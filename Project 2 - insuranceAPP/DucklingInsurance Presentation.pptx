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6641CD-6E5D-44B6-A826-CF838D663E32}" v="1" dt="2026-10-23T14:47:06.9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85" d="100"/>
          <a:sy n="85" d="100"/>
        </p:scale>
        <p:origin x="7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alon Rodney" userId="4f27803adad79339" providerId="LiveId" clId="{A02A73CA-AD03-4032-B1B6-1CECF09FFE76}"/>
    <pc:docChg chg="undo custSel addSld modSld addMainMaster delMainMaster">
      <pc:chgData name="Khalon Rodney" userId="4f27803adad79339" providerId="LiveId" clId="{A02A73CA-AD03-4032-B1B6-1CECF09FFE76}" dt="2026-10-23T14:47:17.076" v="72" actId="26606"/>
      <pc:docMkLst>
        <pc:docMk/>
      </pc:docMkLst>
      <pc:sldChg chg="addSp delSp modSp mod setBg modClrScheme addAnim delDesignElem chgLayout">
        <pc:chgData name="Khalon Rodney" userId="4f27803adad79339" providerId="LiveId" clId="{A02A73CA-AD03-4032-B1B6-1CECF09FFE76}" dt="2026-10-23T14:47:17.076" v="72" actId="26606"/>
        <pc:sldMkLst>
          <pc:docMk/>
          <pc:sldMk cId="3366965385" sldId="256"/>
        </pc:sldMkLst>
        <pc:spChg chg="mod">
          <ac:chgData name="Khalon Rodney" userId="4f27803adad79339" providerId="LiveId" clId="{A02A73CA-AD03-4032-B1B6-1CECF09FFE76}" dt="2026-10-23T14:47:17.076" v="72" actId="26606"/>
          <ac:spMkLst>
            <pc:docMk/>
            <pc:sldMk cId="3366965385" sldId="256"/>
            <ac:spMk id="2" creationId="{EBD6B97E-6117-23AA-DE57-7158DA95A5D0}"/>
          </ac:spMkLst>
        </pc:spChg>
        <pc:spChg chg="mod">
          <ac:chgData name="Khalon Rodney" userId="4f27803adad79339" providerId="LiveId" clId="{A02A73CA-AD03-4032-B1B6-1CECF09FFE76}" dt="2026-10-23T14:47:17.076" v="72" actId="26606"/>
          <ac:spMkLst>
            <pc:docMk/>
            <pc:sldMk cId="3366965385" sldId="256"/>
            <ac:spMk id="3" creationId="{6F2C421D-BF19-741C-0E6B-FF296BB29BB3}"/>
          </ac:spMkLst>
        </pc:spChg>
        <pc:spChg chg="add del">
          <ac:chgData name="Khalon Rodney" userId="4f27803adad79339" providerId="LiveId" clId="{A02A73CA-AD03-4032-B1B6-1CECF09FFE76}" dt="2026-10-23T14:37:45.823" v="65" actId="26606"/>
          <ac:spMkLst>
            <pc:docMk/>
            <pc:sldMk cId="3366965385" sldId="256"/>
            <ac:spMk id="9" creationId="{1A32057F-F015-B1B2-4E3E-2307F8EFC97B}"/>
          </ac:spMkLst>
        </pc:spChg>
        <pc:spChg chg="add">
          <ac:chgData name="Khalon Rodney" userId="4f27803adad79339" providerId="LiveId" clId="{A02A73CA-AD03-4032-B1B6-1CECF09FFE76}" dt="2026-10-23T14:47:17.076" v="72" actId="26606"/>
          <ac:spMkLst>
            <pc:docMk/>
            <pc:sldMk cId="3366965385" sldId="256"/>
            <ac:spMk id="11" creationId="{F0AED851-54B9-4765-92D2-F0BE443BEC91}"/>
          </ac:spMkLst>
        </pc:spChg>
        <pc:spChg chg="add">
          <ac:chgData name="Khalon Rodney" userId="4f27803adad79339" providerId="LiveId" clId="{A02A73CA-AD03-4032-B1B6-1CECF09FFE76}" dt="2026-10-23T14:47:17.076" v="72" actId="26606"/>
          <ac:spMkLst>
            <pc:docMk/>
            <pc:sldMk cId="3366965385" sldId="256"/>
            <ac:spMk id="13" creationId="{B81933D1-5615-42C7-9C0B-4EB7105CCE2D}"/>
          </ac:spMkLst>
        </pc:spChg>
        <pc:spChg chg="add del">
          <ac:chgData name="Khalon Rodney" userId="4f27803adad79339" providerId="LiveId" clId="{A02A73CA-AD03-4032-B1B6-1CECF09FFE76}" dt="2026-10-23T14:39:35.596" v="68" actId="26606"/>
          <ac:spMkLst>
            <pc:docMk/>
            <pc:sldMk cId="3366965385" sldId="256"/>
            <ac:spMk id="14" creationId="{1A32057F-F015-B1B2-4E3E-2307F8EFC97B}"/>
          </ac:spMkLst>
        </pc:spChg>
        <pc:spChg chg="add">
          <ac:chgData name="Khalon Rodney" userId="4f27803adad79339" providerId="LiveId" clId="{A02A73CA-AD03-4032-B1B6-1CECF09FFE76}" dt="2026-10-23T14:47:17.076" v="72" actId="26606"/>
          <ac:spMkLst>
            <pc:docMk/>
            <pc:sldMk cId="3366965385" sldId="256"/>
            <ac:spMk id="15" creationId="{19C9EAEA-39D0-4B0E-A0EB-51E7B26740B1}"/>
          </ac:spMkLst>
        </pc:spChg>
        <pc:spChg chg="add del">
          <ac:chgData name="Khalon Rodney" userId="4f27803adad79339" providerId="LiveId" clId="{A02A73CA-AD03-4032-B1B6-1CECF09FFE76}" dt="2026-10-23T14:39:35.475" v="67" actId="26606"/>
          <ac:spMkLst>
            <pc:docMk/>
            <pc:sldMk cId="3366965385" sldId="256"/>
            <ac:spMk id="19" creationId="{297F7562-DBE2-4729-835D-1486BBB4373A}"/>
          </ac:spMkLst>
        </pc:spChg>
        <pc:spChg chg="add del">
          <ac:chgData name="Khalon Rodney" userId="4f27803adad79339" providerId="LiveId" clId="{A02A73CA-AD03-4032-B1B6-1CECF09FFE76}" dt="2026-10-23T14:39:35.475" v="67" actId="26606"/>
          <ac:spMkLst>
            <pc:docMk/>
            <pc:sldMk cId="3366965385" sldId="256"/>
            <ac:spMk id="21" creationId="{DCE0245F-7D4D-413E-940B-1D9D9A171161}"/>
          </ac:spMkLst>
        </pc:spChg>
        <pc:spChg chg="add del">
          <ac:chgData name="Khalon Rodney" userId="4f27803adad79339" providerId="LiveId" clId="{A02A73CA-AD03-4032-B1B6-1CECF09FFE76}" dt="2026-10-23T14:47:06.973" v="71"/>
          <ac:spMkLst>
            <pc:docMk/>
            <pc:sldMk cId="3366965385" sldId="256"/>
            <ac:spMk id="27" creationId="{310E06F9-9F12-4D1B-92C0-4B30818D093E}"/>
          </ac:spMkLst>
        </pc:spChg>
        <pc:spChg chg="add del">
          <ac:chgData name="Khalon Rodney" userId="4f27803adad79339" providerId="LiveId" clId="{A02A73CA-AD03-4032-B1B6-1CECF09FFE76}" dt="2026-10-23T14:47:06.973" v="71"/>
          <ac:spMkLst>
            <pc:docMk/>
            <pc:sldMk cId="3366965385" sldId="256"/>
            <ac:spMk id="28" creationId="{7DA29CF3-8B8B-4DDF-A19B-72E0059DD5DC}"/>
          </ac:spMkLst>
        </pc:spChg>
        <pc:grpChg chg="add">
          <ac:chgData name="Khalon Rodney" userId="4f27803adad79339" providerId="LiveId" clId="{A02A73CA-AD03-4032-B1B6-1CECF09FFE76}" dt="2026-10-23T14:47:17.076" v="72" actId="26606"/>
          <ac:grpSpMkLst>
            <pc:docMk/>
            <pc:sldMk cId="3366965385" sldId="256"/>
            <ac:grpSpMk id="17" creationId="{032D8612-31EB-44CF-A1D0-14FD4C705424}"/>
          </ac:grpSpMkLst>
        </pc:grpChg>
        <pc:grpChg chg="add del">
          <ac:chgData name="Khalon Rodney" userId="4f27803adad79339" providerId="LiveId" clId="{A02A73CA-AD03-4032-B1B6-1CECF09FFE76}" dt="2026-10-23T14:39:35.475" v="67" actId="26606"/>
          <ac:grpSpMkLst>
            <pc:docMk/>
            <pc:sldMk cId="3366965385" sldId="256"/>
            <ac:grpSpMk id="23" creationId="{5BB11B77-16CE-4796-9677-F0ED67FCEC1B}"/>
          </ac:grpSpMkLst>
        </pc:grpChg>
        <pc:grpChg chg="add del">
          <ac:chgData name="Khalon Rodney" userId="4f27803adad79339" providerId="LiveId" clId="{A02A73CA-AD03-4032-B1B6-1CECF09FFE76}" dt="2026-10-23T14:47:06.973" v="71"/>
          <ac:grpSpMkLst>
            <pc:docMk/>
            <pc:sldMk cId="3366965385" sldId="256"/>
            <ac:grpSpMk id="29" creationId="{2C96D671-CB09-4A40-87DE-E5042068B0E0}"/>
          </ac:grpSpMkLst>
        </pc:grpChg>
        <pc:picChg chg="add del">
          <ac:chgData name="Khalon Rodney" userId="4f27803adad79339" providerId="LiveId" clId="{A02A73CA-AD03-4032-B1B6-1CECF09FFE76}" dt="2026-10-23T14:37:09.634" v="61" actId="478"/>
          <ac:picMkLst>
            <pc:docMk/>
            <pc:sldMk cId="3366965385" sldId="256"/>
            <ac:picMk id="4" creationId="{FF7C7E72-3FBF-B258-DD18-26CAECAF92BA}"/>
          </ac:picMkLst>
        </pc:picChg>
        <pc:picChg chg="add mod">
          <ac:chgData name="Khalon Rodney" userId="4f27803adad79339" providerId="LiveId" clId="{A02A73CA-AD03-4032-B1B6-1CECF09FFE76}" dt="2026-10-23T14:47:17.076" v="72" actId="26606"/>
          <ac:picMkLst>
            <pc:docMk/>
            <pc:sldMk cId="3366965385" sldId="256"/>
            <ac:picMk id="6" creationId="{7262353E-092B-470D-DD52-1227A4970CD9}"/>
          </ac:picMkLst>
        </pc:picChg>
      </pc:sldChg>
      <pc:sldChg chg="modSp new">
        <pc:chgData name="Khalon Rodney" userId="4f27803adad79339" providerId="LiveId" clId="{A02A73CA-AD03-4032-B1B6-1CECF09FFE76}" dt="2026-10-23T14:47:06.973" v="71"/>
        <pc:sldMkLst>
          <pc:docMk/>
          <pc:sldMk cId="986287800" sldId="257"/>
        </pc:sldMkLst>
        <pc:spChg chg="mod">
          <ac:chgData name="Khalon Rodney" userId="4f27803adad79339" providerId="LiveId" clId="{A02A73CA-AD03-4032-B1B6-1CECF09FFE76}" dt="2026-10-23T14:47:06.973" v="71"/>
          <ac:spMkLst>
            <pc:docMk/>
            <pc:sldMk cId="986287800" sldId="257"/>
            <ac:spMk id="2" creationId="{CE5611BF-5834-AE35-61EB-EFDBA6C5B4FE}"/>
          </ac:spMkLst>
        </pc:spChg>
        <pc:spChg chg="mod">
          <ac:chgData name="Khalon Rodney" userId="4f27803adad79339" providerId="LiveId" clId="{A02A73CA-AD03-4032-B1B6-1CECF09FFE76}" dt="2026-10-23T14:47:06.973" v="71"/>
          <ac:spMkLst>
            <pc:docMk/>
            <pc:sldMk cId="986287800" sldId="257"/>
            <ac:spMk id="3" creationId="{86E14793-62B4-5FF3-7065-981CB50ABA12}"/>
          </ac:spMkLst>
        </pc:spChg>
      </pc:sldChg>
      <pc:sldMasterChg chg="del delSldLayout">
        <pc:chgData name="Khalon Rodney" userId="4f27803adad79339" providerId="LiveId" clId="{A02A73CA-AD03-4032-B1B6-1CECF09FFE76}" dt="2026-10-23T14:37:05.223" v="58" actId="26606"/>
        <pc:sldMasterMkLst>
          <pc:docMk/>
          <pc:sldMasterMk cId="2677078537" sldId="2147483648"/>
        </pc:sldMasterMkLst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1844025354" sldId="2147483649"/>
          </pc:sldLayoutMkLst>
        </pc:sldLayoutChg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4174428979" sldId="2147483650"/>
          </pc:sldLayoutMkLst>
        </pc:sldLayoutChg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3358064939" sldId="2147483651"/>
          </pc:sldLayoutMkLst>
        </pc:sldLayoutChg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58258809" sldId="2147483652"/>
          </pc:sldLayoutMkLst>
        </pc:sldLayoutChg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1811187026" sldId="2147483653"/>
          </pc:sldLayoutMkLst>
        </pc:sldLayoutChg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2007745393" sldId="2147483654"/>
          </pc:sldLayoutMkLst>
        </pc:sldLayoutChg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54048493" sldId="2147483655"/>
          </pc:sldLayoutMkLst>
        </pc:sldLayoutChg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611721498" sldId="2147483656"/>
          </pc:sldLayoutMkLst>
        </pc:sldLayoutChg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3718634160" sldId="2147483657"/>
          </pc:sldLayoutMkLst>
        </pc:sldLayoutChg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3477769769" sldId="2147483658"/>
          </pc:sldLayoutMkLst>
        </pc:sldLayoutChg>
        <pc:sldLayoutChg chg="del">
          <pc:chgData name="Khalon Rodney" userId="4f27803adad79339" providerId="LiveId" clId="{A02A73CA-AD03-4032-B1B6-1CECF09FFE76}" dt="2026-10-23T14:37:05.223" v="58" actId="26606"/>
          <pc:sldLayoutMkLst>
            <pc:docMk/>
            <pc:sldMasterMk cId="2677078537" sldId="2147483648"/>
            <pc:sldLayoutMk cId="150079132" sldId="2147483659"/>
          </pc:sldLayoutMkLst>
        </pc:sldLayoutChg>
      </pc:sldMasterChg>
      <pc:sldMasterChg chg="add del addSldLayout delSldLayout">
        <pc:chgData name="Khalon Rodney" userId="4f27803adad79339" providerId="LiveId" clId="{A02A73CA-AD03-4032-B1B6-1CECF09FFE76}" dt="2026-10-23T14:39:35.596" v="68" actId="26606"/>
        <pc:sldMasterMkLst>
          <pc:docMk/>
          <pc:sldMasterMk cId="3320794841" sldId="2147483673"/>
        </pc:sldMasterMkLst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3028639870" sldId="2147483662"/>
          </pc:sldLayoutMkLst>
        </pc:sldLayoutChg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3358073477" sldId="2147483663"/>
          </pc:sldLayoutMkLst>
        </pc:sldLayoutChg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649455934" sldId="2147483664"/>
          </pc:sldLayoutMkLst>
        </pc:sldLayoutChg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1364247648" sldId="2147483665"/>
          </pc:sldLayoutMkLst>
        </pc:sldLayoutChg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1522507629" sldId="2147483666"/>
          </pc:sldLayoutMkLst>
        </pc:sldLayoutChg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1626222335" sldId="2147483667"/>
          </pc:sldLayoutMkLst>
        </pc:sldLayoutChg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3158154380" sldId="2147483668"/>
          </pc:sldLayoutMkLst>
        </pc:sldLayoutChg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2795344260" sldId="2147483669"/>
          </pc:sldLayoutMkLst>
        </pc:sldLayoutChg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318605576" sldId="2147483670"/>
          </pc:sldLayoutMkLst>
        </pc:sldLayoutChg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1662596268" sldId="2147483671"/>
          </pc:sldLayoutMkLst>
        </pc:sldLayoutChg>
        <pc:sldLayoutChg chg="add del">
          <pc:chgData name="Khalon Rodney" userId="4f27803adad79339" providerId="LiveId" clId="{A02A73CA-AD03-4032-B1B6-1CECF09FFE76}" dt="2026-10-23T14:39:35.596" v="68" actId="26606"/>
          <pc:sldLayoutMkLst>
            <pc:docMk/>
            <pc:sldMasterMk cId="3320794841" sldId="2147483673"/>
            <pc:sldLayoutMk cId="2025045347" sldId="2147483672"/>
          </pc:sldLayoutMkLst>
        </pc:sldLayoutChg>
      </pc:sldMasterChg>
      <pc:sldMasterChg chg="add del addSldLayout delSldLayout">
        <pc:chgData name="Khalon Rodney" userId="4f27803adad79339" providerId="LiveId" clId="{A02A73CA-AD03-4032-B1B6-1CECF09FFE76}" dt="2026-10-23T14:39:35.475" v="67" actId="26606"/>
        <pc:sldMasterMkLst>
          <pc:docMk/>
          <pc:sldMasterMk cId="902607535" sldId="2147483726"/>
        </pc:sldMasterMkLst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1759083730" sldId="2147483715"/>
          </pc:sldLayoutMkLst>
        </pc:sldLayoutChg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3003538206" sldId="2147483716"/>
          </pc:sldLayoutMkLst>
        </pc:sldLayoutChg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3892954175" sldId="2147483717"/>
          </pc:sldLayoutMkLst>
        </pc:sldLayoutChg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193824016" sldId="2147483718"/>
          </pc:sldLayoutMkLst>
        </pc:sldLayoutChg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2166912339" sldId="2147483719"/>
          </pc:sldLayoutMkLst>
        </pc:sldLayoutChg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1010631332" sldId="2147483720"/>
          </pc:sldLayoutMkLst>
        </pc:sldLayoutChg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402005232" sldId="2147483721"/>
          </pc:sldLayoutMkLst>
        </pc:sldLayoutChg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4282012319" sldId="2147483722"/>
          </pc:sldLayoutMkLst>
        </pc:sldLayoutChg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2860899651" sldId="2147483723"/>
          </pc:sldLayoutMkLst>
        </pc:sldLayoutChg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3630270978" sldId="2147483724"/>
          </pc:sldLayoutMkLst>
        </pc:sldLayoutChg>
        <pc:sldLayoutChg chg="add del">
          <pc:chgData name="Khalon Rodney" userId="4f27803adad79339" providerId="LiveId" clId="{A02A73CA-AD03-4032-B1B6-1CECF09FFE76}" dt="2026-10-23T14:39:35.475" v="67" actId="26606"/>
          <pc:sldLayoutMkLst>
            <pc:docMk/>
            <pc:sldMasterMk cId="902607535" sldId="2147483726"/>
            <pc:sldLayoutMk cId="3216301520" sldId="2147483725"/>
          </pc:sldLayoutMkLst>
        </pc:sldLayoutChg>
      </pc:sldMasterChg>
      <pc:sldMasterChg chg="add addSldLayout">
        <pc:chgData name="Khalon Rodney" userId="4f27803adad79339" providerId="LiveId" clId="{A02A73CA-AD03-4032-B1B6-1CECF09FFE76}" dt="2026-10-23T14:39:35.596" v="68" actId="26606"/>
        <pc:sldMasterMkLst>
          <pc:docMk/>
          <pc:sldMasterMk cId="3535334138" sldId="2147483739"/>
        </pc:sldMasterMkLst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3561758131" sldId="2147483728"/>
          </pc:sldLayoutMkLst>
        </pc:sldLayoutChg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2742681707" sldId="2147483729"/>
          </pc:sldLayoutMkLst>
        </pc:sldLayoutChg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3339236604" sldId="2147483730"/>
          </pc:sldLayoutMkLst>
        </pc:sldLayoutChg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547167385" sldId="2147483731"/>
          </pc:sldLayoutMkLst>
        </pc:sldLayoutChg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585348665" sldId="2147483732"/>
          </pc:sldLayoutMkLst>
        </pc:sldLayoutChg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2782926458" sldId="2147483733"/>
          </pc:sldLayoutMkLst>
        </pc:sldLayoutChg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266238275" sldId="2147483734"/>
          </pc:sldLayoutMkLst>
        </pc:sldLayoutChg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4195826284" sldId="2147483735"/>
          </pc:sldLayoutMkLst>
        </pc:sldLayoutChg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2579712375" sldId="2147483736"/>
          </pc:sldLayoutMkLst>
        </pc:sldLayoutChg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781251081" sldId="2147483737"/>
          </pc:sldLayoutMkLst>
        </pc:sldLayoutChg>
        <pc:sldLayoutChg chg="add">
          <pc:chgData name="Khalon Rodney" userId="4f27803adad79339" providerId="LiveId" clId="{A02A73CA-AD03-4032-B1B6-1CECF09FFE76}" dt="2026-10-23T14:39:35.596" v="68" actId="26606"/>
          <pc:sldLayoutMkLst>
            <pc:docMk/>
            <pc:sldMasterMk cId="3535334138" sldId="2147483739"/>
            <pc:sldLayoutMk cId="3988689218" sldId="2147483738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A75B-6ECD-00E0-54EE-6B5B259E2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DB8950-192F-5A0C-6336-219C3E6ADA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DA894-0F5C-A0E4-AD67-C80D547A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F946AE-E237-3C76-935E-1D963B260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F5930A-215A-1548-0CEC-F8E9AFA9E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990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C420F-C644-77B1-B3A9-9C3DA383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B46A6-19FB-CA62-B44C-A62F022C3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76E92-AA99-4DCA-43C9-159E0260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684437-820B-EB66-4BA6-CD504659E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65FB2D-E611-5977-C8BC-3CA4E0FB3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163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0CBD-5C0B-A247-4A66-0180683CA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17A82-7573-3F22-472D-DE0036B3C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147D5-A0D2-D595-A35F-A486E124D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17D9E-721A-44BB-8863-9873FE64DA75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EDAAC-9114-15D5-8BA3-3B5A21F7B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14C144-574D-C3B7-0516-76B04A8B5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61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D6742-D0A5-BBDB-5C9F-D45C0AA1A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EAB77-642A-B6DA-D035-5D6D717309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C8FDA7-EB3B-F006-37A5-F28F065BCA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EAA4A-9C32-F231-56D4-73ABFFE2F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20694A-E3AF-F0DF-FC80-251B5FED2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343F27-FF6C-7484-8315-8FF18492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549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8299C-2007-2BD8-0B82-FFCF05421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175277-7B13-0D72-7E29-012ABE67B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D42FAB-706C-B088-1BA8-57722AC16A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101B5-E102-3939-BD37-7075227563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F68832-A0F4-C34F-9FB0-6C45AD1AD5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5D80C6-71BE-A600-B45E-F13E1383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6715E8-F768-B888-5C2C-3373DB42A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018BF-9A1A-611B-620E-C97279AE1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457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A38AC-70EA-E777-C7B0-20427C64C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E7CDE6-B534-0DD6-27AC-191281147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E5ADA1-EE03-22CF-1792-2511D695F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CCB559-DCDD-9EAB-D883-D6B49F345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89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7D18F6-E514-6F11-56BA-E47D6824C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524A7A-FAFE-8FA6-C8DE-42E559F90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65ACCE-2FC0-93F4-B4DC-4BA6859DF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884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916AB-7128-16EC-1538-5F4C36C8B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C5AD8-3E98-0A7A-5DE9-A8B682705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C18C86-54DA-B520-B134-ABC0F86FF8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B1C05F-D76A-D844-F19C-2FC0AE21A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DCB814-3DDC-2879-7605-394AC9571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1293E-162F-499A-92D1-A092B1B8F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743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C6143-6161-8897-F1DF-F78BB1630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F417A3-34D7-40B8-D2A8-FE668BEDA97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D57A46-AD56-2FA0-2735-AAF1CF9712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609A3-D149-61C7-361D-903F27257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EC74C9-E366-37CB-D6B9-8D168DD37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B0988A-70B8-C73E-A07A-10DD979D9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007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8C70D-D21B-1CA5-3E7D-18537273C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B9BAC-EB1E-746D-E802-DC0468092A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C59F6-B4CA-1F92-99DF-F2CBBB2FF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8D3AB3-2897-CDFA-91AA-2540753A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9E161-0560-12DC-E54A-15EEDF250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587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7108F9-38ED-5A4C-F49A-8657628077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35EB58-A168-020E-D26B-D628C08A26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E4C125-0DD3-D146-BC9D-8374AFDE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A1062-7A84-F6F0-1DF8-A64419AB4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17EA4-9EFC-4701-841E-86C6B0BB4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337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24297-5A17-3263-6074-7C362A6EE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AA972-182F-134A-DE7E-ADDFDDE6D5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EDC56-CE99-B7A0-B143-BB5FADAA8F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10/23/2026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BF9A2-54C1-E8B8-FA73-3C40CD1FAE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A0FD3-6943-35B4-3C25-113CF4ECF9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9114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0AED851-54B9-4765-92D2-F0BE443BE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D6B97E-6117-23AA-DE57-7158DA95A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1856" y="2944090"/>
            <a:ext cx="4036334" cy="2387600"/>
          </a:xfrm>
        </p:spPr>
        <p:txBody>
          <a:bodyPr anchor="t">
            <a:normAutofit/>
          </a:bodyPr>
          <a:lstStyle/>
          <a:p>
            <a:pPr algn="l"/>
            <a:r>
              <a:rPr lang="en-US" sz="3800"/>
              <a:t>Project 2  - DucklingInsurance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2C421D-BF19-741C-0E6B-FF296BB29B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1858" y="953037"/>
            <a:ext cx="4036333" cy="1709849"/>
          </a:xfrm>
        </p:spPr>
        <p:txBody>
          <a:bodyPr anchor="b">
            <a:normAutofit/>
          </a:bodyPr>
          <a:lstStyle/>
          <a:p>
            <a:pPr algn="l"/>
            <a:r>
              <a:rPr lang="en-US" sz="2000"/>
              <a:t>By Khalon Rodney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6824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62353E-092B-470D-DD52-1227A4970C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>
            <a:fillRect/>
          </a:stretch>
        </p:blipFill>
        <p:spPr>
          <a:xfrm>
            <a:off x="768612" y="666728"/>
            <a:ext cx="5465791" cy="5465791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6048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6696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11BF-5834-AE35-61EB-EFDBA6C5B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4793-62B4-5FF3-7065-981CB50ABA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287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Words>7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Project 2  - DucklingInsurance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Khalon Rodney</dc:creator>
  <cp:lastModifiedBy>Khalon Rodney</cp:lastModifiedBy>
  <cp:revision>1</cp:revision>
  <dcterms:created xsi:type="dcterms:W3CDTF">2026-10-23T14:06:10Z</dcterms:created>
  <dcterms:modified xsi:type="dcterms:W3CDTF">2026-10-23T15:11:21Z</dcterms:modified>
</cp:coreProperties>
</file>