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6" r:id="rId1"/>
  </p:sldMasterIdLst>
  <p:notesMasterIdLst>
    <p:notesMasterId r:id="rId12"/>
  </p:notesMasterIdLst>
  <p:sldIdLst>
    <p:sldId id="256" r:id="rId2"/>
    <p:sldId id="257" r:id="rId3"/>
    <p:sldId id="258" r:id="rId4"/>
    <p:sldId id="259" r:id="rId5"/>
    <p:sldId id="260" r:id="rId6"/>
    <p:sldId id="261" r:id="rId7"/>
    <p:sldId id="263" r:id="rId8"/>
    <p:sldId id="262"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6641CD-6E5D-44B6-A826-CF838D663E32}" v="46" dt="2026-10-23T19:14:23.7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04" d="100"/>
          <a:sy n="104" d="100"/>
        </p:scale>
        <p:origin x="216"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lon Rodney" userId="4f27803adad79339" providerId="LiveId" clId="{A02A73CA-AD03-4032-B1B6-1CECF09FFE76}"/>
    <pc:docChg chg="undo custSel addSld modSld sldOrd addMainMaster delMainMaster modMainMaster">
      <pc:chgData name="Khalon Rodney" userId="4f27803adad79339" providerId="LiveId" clId="{A02A73CA-AD03-4032-B1B6-1CECF09FFE76}" dt="2026-10-23T19:24:18.283" v="7804" actId="20577"/>
      <pc:docMkLst>
        <pc:docMk/>
      </pc:docMkLst>
      <pc:sldChg chg="addSp delSp modSp mod setBg modClrScheme addAnim delDesignElem chgLayout modNotesTx">
        <pc:chgData name="Khalon Rodney" userId="4f27803adad79339" providerId="LiveId" clId="{A02A73CA-AD03-4032-B1B6-1CECF09FFE76}" dt="2026-10-23T18:33:55.461" v="4343" actId="20577"/>
        <pc:sldMkLst>
          <pc:docMk/>
          <pc:sldMk cId="3366965385" sldId="256"/>
        </pc:sldMkLst>
        <pc:spChg chg="mod">
          <ac:chgData name="Khalon Rodney" userId="4f27803adad79339" providerId="LiveId" clId="{A02A73CA-AD03-4032-B1B6-1CECF09FFE76}" dt="2026-10-23T18:12:50.644" v="3139" actId="26606"/>
          <ac:spMkLst>
            <pc:docMk/>
            <pc:sldMk cId="3366965385" sldId="256"/>
            <ac:spMk id="2" creationId="{EBD6B97E-6117-23AA-DE57-7158DA95A5D0}"/>
          </ac:spMkLst>
        </pc:spChg>
        <pc:spChg chg="mod ord">
          <ac:chgData name="Khalon Rodney" userId="4f27803adad79339" providerId="LiveId" clId="{A02A73CA-AD03-4032-B1B6-1CECF09FFE76}" dt="2026-10-23T18:12:50.644" v="3139" actId="26606"/>
          <ac:spMkLst>
            <pc:docMk/>
            <pc:sldMk cId="3366965385" sldId="256"/>
            <ac:spMk id="3" creationId="{6F2C421D-BF19-741C-0E6B-FF296BB29BB3}"/>
          </ac:spMkLst>
        </pc:spChg>
        <pc:spChg chg="add del">
          <ac:chgData name="Khalon Rodney" userId="4f27803adad79339" providerId="LiveId" clId="{A02A73CA-AD03-4032-B1B6-1CECF09FFE76}" dt="2026-10-23T18:12:50.640" v="3138" actId="26606"/>
          <ac:spMkLst>
            <pc:docMk/>
            <pc:sldMk cId="3366965385" sldId="256"/>
            <ac:spMk id="8" creationId="{362D44EE-C852-4460-B8B5-C4F2BC20510C}"/>
          </ac:spMkLst>
        </pc:spChg>
        <pc:spChg chg="add del">
          <ac:chgData name="Khalon Rodney" userId="4f27803adad79339" providerId="LiveId" clId="{A02A73CA-AD03-4032-B1B6-1CECF09FFE76}" dt="2026-10-23T14:37:45.823" v="65" actId="26606"/>
          <ac:spMkLst>
            <pc:docMk/>
            <pc:sldMk cId="3366965385" sldId="256"/>
            <ac:spMk id="9" creationId="{1A32057F-F015-B1B2-4E3E-2307F8EFC97B}"/>
          </ac:spMkLst>
        </pc:spChg>
        <pc:spChg chg="add del">
          <ac:chgData name="Khalon Rodney" userId="4f27803adad79339" providerId="LiveId" clId="{A02A73CA-AD03-4032-B1B6-1CECF09FFE76}" dt="2026-10-23T18:12:50.640" v="3138" actId="26606"/>
          <ac:spMkLst>
            <pc:docMk/>
            <pc:sldMk cId="3366965385" sldId="256"/>
            <ac:spMk id="10" creationId="{658970D8-8D1D-4B5C-894B-E871CC86543D}"/>
          </ac:spMkLst>
        </pc:spChg>
        <pc:spChg chg="add del">
          <ac:chgData name="Khalon Rodney" userId="4f27803adad79339" providerId="LiveId" clId="{A02A73CA-AD03-4032-B1B6-1CECF09FFE76}" dt="2026-10-23T17:15:58.025" v="813"/>
          <ac:spMkLst>
            <pc:docMk/>
            <pc:sldMk cId="3366965385" sldId="256"/>
            <ac:spMk id="11" creationId="{F0AED851-54B9-4765-92D2-F0BE443BEC91}"/>
          </ac:spMkLst>
        </pc:spChg>
        <pc:spChg chg="add del">
          <ac:chgData name="Khalon Rodney" userId="4f27803adad79339" providerId="LiveId" clId="{A02A73CA-AD03-4032-B1B6-1CECF09FFE76}" dt="2026-10-23T18:12:50.640" v="3138" actId="26606"/>
          <ac:spMkLst>
            <pc:docMk/>
            <pc:sldMk cId="3366965385" sldId="256"/>
            <ac:spMk id="12" creationId="{F227E5B6-9132-43CA-B503-37A18562ADF2}"/>
          </ac:spMkLst>
        </pc:spChg>
        <pc:spChg chg="add del">
          <ac:chgData name="Khalon Rodney" userId="4f27803adad79339" providerId="LiveId" clId="{A02A73CA-AD03-4032-B1B6-1CECF09FFE76}" dt="2026-10-23T17:15:58.025" v="813"/>
          <ac:spMkLst>
            <pc:docMk/>
            <pc:sldMk cId="3366965385" sldId="256"/>
            <ac:spMk id="13" creationId="{B81933D1-5615-42C7-9C0B-4EB7105CCE2D}"/>
          </ac:spMkLst>
        </pc:spChg>
        <pc:spChg chg="add del">
          <ac:chgData name="Khalon Rodney" userId="4f27803adad79339" providerId="LiveId" clId="{A02A73CA-AD03-4032-B1B6-1CECF09FFE76}" dt="2026-10-23T14:39:35.596" v="68" actId="26606"/>
          <ac:spMkLst>
            <pc:docMk/>
            <pc:sldMk cId="3366965385" sldId="256"/>
            <ac:spMk id="14" creationId="{1A32057F-F015-B1B2-4E3E-2307F8EFC97B}"/>
          </ac:spMkLst>
        </pc:spChg>
        <pc:spChg chg="add del">
          <ac:chgData name="Khalon Rodney" userId="4f27803adad79339" providerId="LiveId" clId="{A02A73CA-AD03-4032-B1B6-1CECF09FFE76}" dt="2026-10-23T17:15:58.025" v="813"/>
          <ac:spMkLst>
            <pc:docMk/>
            <pc:sldMk cId="3366965385" sldId="256"/>
            <ac:spMk id="15" creationId="{19C9EAEA-39D0-4B0E-A0EB-51E7B26740B1}"/>
          </ac:spMkLst>
        </pc:spChg>
        <pc:spChg chg="add del">
          <ac:chgData name="Khalon Rodney" userId="4f27803adad79339" providerId="LiveId" clId="{A02A73CA-AD03-4032-B1B6-1CECF09FFE76}" dt="2026-10-23T18:12:50.640" v="3138" actId="26606"/>
          <ac:spMkLst>
            <pc:docMk/>
            <pc:sldMk cId="3366965385" sldId="256"/>
            <ac:spMk id="16" creationId="{03C2051E-A88D-48E5-BACF-AAED17892722}"/>
          </ac:spMkLst>
        </pc:spChg>
        <pc:spChg chg="add del">
          <ac:chgData name="Khalon Rodney" userId="4f27803adad79339" providerId="LiveId" clId="{A02A73CA-AD03-4032-B1B6-1CECF09FFE76}" dt="2026-10-23T18:12:50.640" v="3138" actId="26606"/>
          <ac:spMkLst>
            <pc:docMk/>
            <pc:sldMk cId="3366965385" sldId="256"/>
            <ac:spMk id="18" creationId="{7821A508-2985-4905-874A-527429BAABFA}"/>
          </ac:spMkLst>
        </pc:spChg>
        <pc:spChg chg="add del">
          <ac:chgData name="Khalon Rodney" userId="4f27803adad79339" providerId="LiveId" clId="{A02A73CA-AD03-4032-B1B6-1CECF09FFE76}" dt="2026-10-23T14:39:35.475" v="67" actId="26606"/>
          <ac:spMkLst>
            <pc:docMk/>
            <pc:sldMk cId="3366965385" sldId="256"/>
            <ac:spMk id="19" creationId="{297F7562-DBE2-4729-835D-1486BBB4373A}"/>
          </ac:spMkLst>
        </pc:spChg>
        <pc:spChg chg="add del">
          <ac:chgData name="Khalon Rodney" userId="4f27803adad79339" providerId="LiveId" clId="{A02A73CA-AD03-4032-B1B6-1CECF09FFE76}" dt="2026-10-23T18:12:50.640" v="3138" actId="26606"/>
          <ac:spMkLst>
            <pc:docMk/>
            <pc:sldMk cId="3366965385" sldId="256"/>
            <ac:spMk id="20" creationId="{D2929CB1-0E3C-4B2D-ADC5-0154FB33BA44}"/>
          </ac:spMkLst>
        </pc:spChg>
        <pc:spChg chg="add del">
          <ac:chgData name="Khalon Rodney" userId="4f27803adad79339" providerId="LiveId" clId="{A02A73CA-AD03-4032-B1B6-1CECF09FFE76}" dt="2026-10-23T14:39:35.475" v="67" actId="26606"/>
          <ac:spMkLst>
            <pc:docMk/>
            <pc:sldMk cId="3366965385" sldId="256"/>
            <ac:spMk id="21" creationId="{DCE0245F-7D4D-413E-940B-1D9D9A171161}"/>
          </ac:spMkLst>
        </pc:spChg>
        <pc:spChg chg="add del">
          <ac:chgData name="Khalon Rodney" userId="4f27803adad79339" providerId="LiveId" clId="{A02A73CA-AD03-4032-B1B6-1CECF09FFE76}" dt="2026-10-23T18:12:50.640" v="3138" actId="26606"/>
          <ac:spMkLst>
            <pc:docMk/>
            <pc:sldMk cId="3366965385" sldId="256"/>
            <ac:spMk id="22" creationId="{5F2F0C84-BE8C-4DC2-A6D3-30349A801D5C}"/>
          </ac:spMkLst>
        </pc:spChg>
        <pc:spChg chg="add">
          <ac:chgData name="Khalon Rodney" userId="4f27803adad79339" providerId="LiveId" clId="{A02A73CA-AD03-4032-B1B6-1CECF09FFE76}" dt="2026-10-23T18:12:50.644" v="3139" actId="26606"/>
          <ac:spMkLst>
            <pc:docMk/>
            <pc:sldMk cId="3366965385" sldId="256"/>
            <ac:spMk id="24" creationId="{347D6575-0B06-40B2-9D0F-298202F6BCAC}"/>
          </ac:spMkLst>
        </pc:spChg>
        <pc:spChg chg="add">
          <ac:chgData name="Khalon Rodney" userId="4f27803adad79339" providerId="LiveId" clId="{A02A73CA-AD03-4032-B1B6-1CECF09FFE76}" dt="2026-10-23T18:12:50.644" v="3139" actId="26606"/>
          <ac:spMkLst>
            <pc:docMk/>
            <pc:sldMk cId="3366965385" sldId="256"/>
            <ac:spMk id="25" creationId="{E2B33195-5BCA-4BB7-A82D-6739522687DD}"/>
          </ac:spMkLst>
        </pc:spChg>
        <pc:spChg chg="add">
          <ac:chgData name="Khalon Rodney" userId="4f27803adad79339" providerId="LiveId" clId="{A02A73CA-AD03-4032-B1B6-1CECF09FFE76}" dt="2026-10-23T18:12:50.644" v="3139" actId="26606"/>
          <ac:spMkLst>
            <pc:docMk/>
            <pc:sldMk cId="3366965385" sldId="256"/>
            <ac:spMk id="26" creationId="{CF8AD9F3-9AF6-494F-83A3-2F677563935C}"/>
          </ac:spMkLst>
        </pc:spChg>
        <pc:spChg chg="add del">
          <ac:chgData name="Khalon Rodney" userId="4f27803adad79339" providerId="LiveId" clId="{A02A73CA-AD03-4032-B1B6-1CECF09FFE76}" dt="2026-10-23T14:47:06.973" v="71"/>
          <ac:spMkLst>
            <pc:docMk/>
            <pc:sldMk cId="3366965385" sldId="256"/>
            <ac:spMk id="27" creationId="{310E06F9-9F12-4D1B-92C0-4B30818D093E}"/>
          </ac:spMkLst>
        </pc:spChg>
        <pc:spChg chg="add del">
          <ac:chgData name="Khalon Rodney" userId="4f27803adad79339" providerId="LiveId" clId="{A02A73CA-AD03-4032-B1B6-1CECF09FFE76}" dt="2026-10-23T14:47:06.973" v="71"/>
          <ac:spMkLst>
            <pc:docMk/>
            <pc:sldMk cId="3366965385" sldId="256"/>
            <ac:spMk id="28" creationId="{7DA29CF3-8B8B-4DDF-A19B-72E0059DD5DC}"/>
          </ac:spMkLst>
        </pc:spChg>
        <pc:spChg chg="add">
          <ac:chgData name="Khalon Rodney" userId="4f27803adad79339" providerId="LiveId" clId="{A02A73CA-AD03-4032-B1B6-1CECF09FFE76}" dt="2026-10-23T18:12:50.644" v="3139" actId="26606"/>
          <ac:spMkLst>
            <pc:docMk/>
            <pc:sldMk cId="3366965385" sldId="256"/>
            <ac:spMk id="30" creationId="{0DA5DB8B-7E5C-4ABC-8069-A9A8806F3976}"/>
          </ac:spMkLst>
        </pc:spChg>
        <pc:grpChg chg="add del">
          <ac:chgData name="Khalon Rodney" userId="4f27803adad79339" providerId="LiveId" clId="{A02A73CA-AD03-4032-B1B6-1CECF09FFE76}" dt="2026-10-23T17:15:58.025" v="813"/>
          <ac:grpSpMkLst>
            <pc:docMk/>
            <pc:sldMk cId="3366965385" sldId="256"/>
            <ac:grpSpMk id="17" creationId="{032D8612-31EB-44CF-A1D0-14FD4C705424}"/>
          </ac:grpSpMkLst>
        </pc:grpChg>
        <pc:grpChg chg="add del">
          <ac:chgData name="Khalon Rodney" userId="4f27803adad79339" providerId="LiveId" clId="{A02A73CA-AD03-4032-B1B6-1CECF09FFE76}" dt="2026-10-23T14:39:35.475" v="67" actId="26606"/>
          <ac:grpSpMkLst>
            <pc:docMk/>
            <pc:sldMk cId="3366965385" sldId="256"/>
            <ac:grpSpMk id="23" creationId="{5BB11B77-16CE-4796-9677-F0ED67FCEC1B}"/>
          </ac:grpSpMkLst>
        </pc:grpChg>
        <pc:grpChg chg="add del">
          <ac:chgData name="Khalon Rodney" userId="4f27803adad79339" providerId="LiveId" clId="{A02A73CA-AD03-4032-B1B6-1CECF09FFE76}" dt="2026-10-23T14:47:06.973" v="71"/>
          <ac:grpSpMkLst>
            <pc:docMk/>
            <pc:sldMk cId="3366965385" sldId="256"/>
            <ac:grpSpMk id="29" creationId="{2C96D671-CB09-4A40-87DE-E5042068B0E0}"/>
          </ac:grpSpMkLst>
        </pc:grpChg>
        <pc:picChg chg="add del">
          <ac:chgData name="Khalon Rodney" userId="4f27803adad79339" providerId="LiveId" clId="{A02A73CA-AD03-4032-B1B6-1CECF09FFE76}" dt="2026-10-23T14:37:09.634" v="61" actId="478"/>
          <ac:picMkLst>
            <pc:docMk/>
            <pc:sldMk cId="3366965385" sldId="256"/>
            <ac:picMk id="4" creationId="{FF7C7E72-3FBF-B258-DD18-26CAECAF92BA}"/>
          </ac:picMkLst>
        </pc:picChg>
        <pc:picChg chg="add mod">
          <ac:chgData name="Khalon Rodney" userId="4f27803adad79339" providerId="LiveId" clId="{A02A73CA-AD03-4032-B1B6-1CECF09FFE76}" dt="2026-10-23T18:12:50.644" v="3139" actId="26606"/>
          <ac:picMkLst>
            <pc:docMk/>
            <pc:sldMk cId="3366965385" sldId="256"/>
            <ac:picMk id="6" creationId="{7262353E-092B-470D-DD52-1227A4970CD9}"/>
          </ac:picMkLst>
        </pc:picChg>
      </pc:sldChg>
      <pc:sldChg chg="addSp delSp modSp new mod setBg modNotesTx">
        <pc:chgData name="Khalon Rodney" userId="4f27803adad79339" providerId="LiveId" clId="{A02A73CA-AD03-4032-B1B6-1CECF09FFE76}" dt="2026-10-23T18:41:56.165" v="5416" actId="20577"/>
        <pc:sldMkLst>
          <pc:docMk/>
          <pc:sldMk cId="986287800" sldId="257"/>
        </pc:sldMkLst>
        <pc:spChg chg="mod">
          <ac:chgData name="Khalon Rodney" userId="4f27803adad79339" providerId="LiveId" clId="{A02A73CA-AD03-4032-B1B6-1CECF09FFE76}" dt="2026-10-23T17:16:29.310" v="819" actId="26606"/>
          <ac:spMkLst>
            <pc:docMk/>
            <pc:sldMk cId="986287800" sldId="257"/>
            <ac:spMk id="2" creationId="{CE5611BF-5834-AE35-61EB-EFDBA6C5B4FE}"/>
          </ac:spMkLst>
        </pc:spChg>
        <pc:spChg chg="add del mod">
          <ac:chgData name="Khalon Rodney" userId="4f27803adad79339" providerId="LiveId" clId="{A02A73CA-AD03-4032-B1B6-1CECF09FFE76}" dt="2026-10-23T17:16:29.310" v="819" actId="26606"/>
          <ac:spMkLst>
            <pc:docMk/>
            <pc:sldMk cId="986287800" sldId="257"/>
            <ac:spMk id="3" creationId="{86E14793-62B4-5FF3-7065-981CB50ABA12}"/>
          </ac:spMkLst>
        </pc:spChg>
        <pc:spChg chg="add del">
          <ac:chgData name="Khalon Rodney" userId="4f27803adad79339" providerId="LiveId" clId="{A02A73CA-AD03-4032-B1B6-1CECF09FFE76}" dt="2026-10-23T17:16:29.296" v="818" actId="26606"/>
          <ac:spMkLst>
            <pc:docMk/>
            <pc:sldMk cId="986287800" sldId="257"/>
            <ac:spMk id="9" creationId="{BACC6370-2D7E-4714-9D71-7542949D7D5D}"/>
          </ac:spMkLst>
        </pc:spChg>
        <pc:spChg chg="add del">
          <ac:chgData name="Khalon Rodney" userId="4f27803adad79339" providerId="LiveId" clId="{A02A73CA-AD03-4032-B1B6-1CECF09FFE76}" dt="2026-10-23T17:16:29.296" v="818" actId="26606"/>
          <ac:spMkLst>
            <pc:docMk/>
            <pc:sldMk cId="986287800" sldId="257"/>
            <ac:spMk id="11" creationId="{F68B3F68-107C-434F-AA38-110D5EA91B85}"/>
          </ac:spMkLst>
        </pc:spChg>
        <pc:spChg chg="add del">
          <ac:chgData name="Khalon Rodney" userId="4f27803adad79339" providerId="LiveId" clId="{A02A73CA-AD03-4032-B1B6-1CECF09FFE76}" dt="2026-10-23T17:16:29.296" v="818" actId="26606"/>
          <ac:spMkLst>
            <pc:docMk/>
            <pc:sldMk cId="986287800" sldId="257"/>
            <ac:spMk id="13" creationId="{AAD0DBB9-1A4B-4391-81D4-CB19F9AB918A}"/>
          </ac:spMkLst>
        </pc:spChg>
        <pc:spChg chg="add del">
          <ac:chgData name="Khalon Rodney" userId="4f27803adad79339" providerId="LiveId" clId="{A02A73CA-AD03-4032-B1B6-1CECF09FFE76}" dt="2026-10-23T17:16:29.296" v="818" actId="26606"/>
          <ac:spMkLst>
            <pc:docMk/>
            <pc:sldMk cId="986287800" sldId="257"/>
            <ac:spMk id="15" creationId="{063BBA22-50EA-4C4D-BE05-F1CE4E63AA56}"/>
          </ac:spMkLst>
        </pc:spChg>
        <pc:spChg chg="add">
          <ac:chgData name="Khalon Rodney" userId="4f27803adad79339" providerId="LiveId" clId="{A02A73CA-AD03-4032-B1B6-1CECF09FFE76}" dt="2026-10-23T17:16:29.310" v="819" actId="26606"/>
          <ac:spMkLst>
            <pc:docMk/>
            <pc:sldMk cId="986287800" sldId="257"/>
            <ac:spMk id="17" creationId="{BACC6370-2D7E-4714-9D71-7542949D7D5D}"/>
          </ac:spMkLst>
        </pc:spChg>
        <pc:spChg chg="add">
          <ac:chgData name="Khalon Rodney" userId="4f27803adad79339" providerId="LiveId" clId="{A02A73CA-AD03-4032-B1B6-1CECF09FFE76}" dt="2026-10-23T17:16:29.310" v="819" actId="26606"/>
          <ac:spMkLst>
            <pc:docMk/>
            <pc:sldMk cId="986287800" sldId="257"/>
            <ac:spMk id="18" creationId="{F68B3F68-107C-434F-AA38-110D5EA91B85}"/>
          </ac:spMkLst>
        </pc:spChg>
        <pc:spChg chg="add">
          <ac:chgData name="Khalon Rodney" userId="4f27803adad79339" providerId="LiveId" clId="{A02A73CA-AD03-4032-B1B6-1CECF09FFE76}" dt="2026-10-23T17:16:29.310" v="819" actId="26606"/>
          <ac:spMkLst>
            <pc:docMk/>
            <pc:sldMk cId="986287800" sldId="257"/>
            <ac:spMk id="19" creationId="{AAD0DBB9-1A4B-4391-81D4-CB19F9AB918A}"/>
          </ac:spMkLst>
        </pc:spChg>
        <pc:spChg chg="add">
          <ac:chgData name="Khalon Rodney" userId="4f27803adad79339" providerId="LiveId" clId="{A02A73CA-AD03-4032-B1B6-1CECF09FFE76}" dt="2026-10-23T17:16:29.310" v="819" actId="26606"/>
          <ac:spMkLst>
            <pc:docMk/>
            <pc:sldMk cId="986287800" sldId="257"/>
            <ac:spMk id="20" creationId="{063BBA22-50EA-4C4D-BE05-F1CE4E63AA56}"/>
          </ac:spMkLst>
        </pc:spChg>
        <pc:graphicFrameChg chg="add del">
          <ac:chgData name="Khalon Rodney" userId="4f27803adad79339" providerId="LiveId" clId="{A02A73CA-AD03-4032-B1B6-1CECF09FFE76}" dt="2026-10-23T17:16:29.296" v="818" actId="26606"/>
          <ac:graphicFrameMkLst>
            <pc:docMk/>
            <pc:sldMk cId="986287800" sldId="257"/>
            <ac:graphicFrameMk id="5" creationId="{FA64FD49-F081-4410-3A4C-26FD1FEF3629}"/>
          </ac:graphicFrameMkLst>
        </pc:graphicFrameChg>
        <pc:graphicFrameChg chg="add mod modGraphic">
          <ac:chgData name="Khalon Rodney" userId="4f27803adad79339" providerId="LiveId" clId="{A02A73CA-AD03-4032-B1B6-1CECF09FFE76}" dt="2026-10-23T17:19:15.651" v="859" actId="255"/>
          <ac:graphicFrameMkLst>
            <pc:docMk/>
            <pc:sldMk cId="986287800" sldId="257"/>
            <ac:graphicFrameMk id="21" creationId="{DC2D8235-0C9E-8FBD-0DD7-5B13FEDB07B8}"/>
          </ac:graphicFrameMkLst>
        </pc:graphicFrameChg>
      </pc:sldChg>
      <pc:sldChg chg="addSp delSp modSp new mod setBg modNotesTx">
        <pc:chgData name="Khalon Rodney" userId="4f27803adad79339" providerId="LiveId" clId="{A02A73CA-AD03-4032-B1B6-1CECF09FFE76}" dt="2026-10-23T19:24:18.283" v="7804" actId="20577"/>
        <pc:sldMkLst>
          <pc:docMk/>
          <pc:sldMk cId="239001798" sldId="258"/>
        </pc:sldMkLst>
        <pc:spChg chg="mod">
          <ac:chgData name="Khalon Rodney" userId="4f27803adad79339" providerId="LiveId" clId="{A02A73CA-AD03-4032-B1B6-1CECF09FFE76}" dt="2026-10-23T17:44:01.154" v="1443" actId="20577"/>
          <ac:spMkLst>
            <pc:docMk/>
            <pc:sldMk cId="239001798" sldId="258"/>
            <ac:spMk id="2" creationId="{D17AE182-C8A7-96F2-630E-D910579A1C48}"/>
          </ac:spMkLst>
        </pc:spChg>
        <pc:spChg chg="del mod">
          <ac:chgData name="Khalon Rodney" userId="4f27803adad79339" providerId="LiveId" clId="{A02A73CA-AD03-4032-B1B6-1CECF09FFE76}" dt="2026-10-23T17:35:08.169" v="1328" actId="26606"/>
          <ac:spMkLst>
            <pc:docMk/>
            <pc:sldMk cId="239001798" sldId="258"/>
            <ac:spMk id="3" creationId="{FDA69E0E-A3D2-DA31-C034-FB136848EF78}"/>
          </ac:spMkLst>
        </pc:spChg>
        <pc:spChg chg="add del">
          <ac:chgData name="Khalon Rodney" userId="4f27803adad79339" providerId="LiveId" clId="{A02A73CA-AD03-4032-B1B6-1CECF09FFE76}" dt="2026-10-23T17:35:52.217" v="1344" actId="26606"/>
          <ac:spMkLst>
            <pc:docMk/>
            <pc:sldMk cId="239001798" sldId="258"/>
            <ac:spMk id="9" creationId="{BACC6370-2D7E-4714-9D71-7542949D7D5D}"/>
          </ac:spMkLst>
        </pc:spChg>
        <pc:spChg chg="add del">
          <ac:chgData name="Khalon Rodney" userId="4f27803adad79339" providerId="LiveId" clId="{A02A73CA-AD03-4032-B1B6-1CECF09FFE76}" dt="2026-10-23T17:35:52.217" v="1344" actId="26606"/>
          <ac:spMkLst>
            <pc:docMk/>
            <pc:sldMk cId="239001798" sldId="258"/>
            <ac:spMk id="11" creationId="{256B2C21-A230-48C0-8DF1-C46611373C44}"/>
          </ac:spMkLst>
        </pc:spChg>
        <pc:spChg chg="add del">
          <ac:chgData name="Khalon Rodney" userId="4f27803adad79339" providerId="LiveId" clId="{A02A73CA-AD03-4032-B1B6-1CECF09FFE76}" dt="2026-10-23T17:35:52.217" v="1344" actId="26606"/>
          <ac:spMkLst>
            <pc:docMk/>
            <pc:sldMk cId="239001798" sldId="258"/>
            <ac:spMk id="13" creationId="{3847E18C-932D-4C95-AABA-FEC7C9499AD7}"/>
          </ac:spMkLst>
        </pc:spChg>
        <pc:spChg chg="add del">
          <ac:chgData name="Khalon Rodney" userId="4f27803adad79339" providerId="LiveId" clId="{A02A73CA-AD03-4032-B1B6-1CECF09FFE76}" dt="2026-10-23T17:35:52.217" v="1344" actId="26606"/>
          <ac:spMkLst>
            <pc:docMk/>
            <pc:sldMk cId="239001798" sldId="258"/>
            <ac:spMk id="15" creationId="{3150CB11-0C61-439E-910F-5787759E72A0}"/>
          </ac:spMkLst>
        </pc:spChg>
        <pc:spChg chg="add del">
          <ac:chgData name="Khalon Rodney" userId="4f27803adad79339" providerId="LiveId" clId="{A02A73CA-AD03-4032-B1B6-1CECF09FFE76}" dt="2026-10-23T17:35:52.217" v="1344" actId="26606"/>
          <ac:spMkLst>
            <pc:docMk/>
            <pc:sldMk cId="239001798" sldId="258"/>
            <ac:spMk id="17" creationId="{43F8A58B-5155-44CE-A5FF-7647B47D0A7A}"/>
          </ac:spMkLst>
        </pc:spChg>
        <pc:spChg chg="add del">
          <ac:chgData name="Khalon Rodney" userId="4f27803adad79339" providerId="LiveId" clId="{A02A73CA-AD03-4032-B1B6-1CECF09FFE76}" dt="2026-10-23T17:35:52.217" v="1344" actId="26606"/>
          <ac:spMkLst>
            <pc:docMk/>
            <pc:sldMk cId="239001798" sldId="258"/>
            <ac:spMk id="19" creationId="{443F2ACA-E6D6-4028-82DD-F03C262D5DE6}"/>
          </ac:spMkLst>
        </pc:spChg>
        <pc:spChg chg="add">
          <ac:chgData name="Khalon Rodney" userId="4f27803adad79339" providerId="LiveId" clId="{A02A73CA-AD03-4032-B1B6-1CECF09FFE76}" dt="2026-10-23T17:35:52.217" v="1344" actId="26606"/>
          <ac:spMkLst>
            <pc:docMk/>
            <pc:sldMk cId="239001798" sldId="258"/>
            <ac:spMk id="26" creationId="{F68B3F68-107C-434F-AA38-110D5EA91B85}"/>
          </ac:spMkLst>
        </pc:spChg>
        <pc:spChg chg="add">
          <ac:chgData name="Khalon Rodney" userId="4f27803adad79339" providerId="LiveId" clId="{A02A73CA-AD03-4032-B1B6-1CECF09FFE76}" dt="2026-10-23T17:35:52.217" v="1344" actId="26606"/>
          <ac:spMkLst>
            <pc:docMk/>
            <pc:sldMk cId="239001798" sldId="258"/>
            <ac:spMk id="28" creationId="{AAD0DBB9-1A4B-4391-81D4-CB19F9AB918A}"/>
          </ac:spMkLst>
        </pc:spChg>
        <pc:spChg chg="add">
          <ac:chgData name="Khalon Rodney" userId="4f27803adad79339" providerId="LiveId" clId="{A02A73CA-AD03-4032-B1B6-1CECF09FFE76}" dt="2026-10-23T17:35:52.217" v="1344" actId="26606"/>
          <ac:spMkLst>
            <pc:docMk/>
            <pc:sldMk cId="239001798" sldId="258"/>
            <ac:spMk id="30" creationId="{063BBA22-50EA-4C4D-BE05-F1CE4E63AA56}"/>
          </ac:spMkLst>
        </pc:spChg>
        <pc:graphicFrameChg chg="add mod modGraphic">
          <ac:chgData name="Khalon Rodney" userId="4f27803adad79339" providerId="LiveId" clId="{A02A73CA-AD03-4032-B1B6-1CECF09FFE76}" dt="2026-10-23T17:38:35.809" v="1395" actId="20577"/>
          <ac:graphicFrameMkLst>
            <pc:docMk/>
            <pc:sldMk cId="239001798" sldId="258"/>
            <ac:graphicFrameMk id="5" creationId="{19585952-3958-24E7-DE0D-7A576E214968}"/>
          </ac:graphicFrameMkLst>
        </pc:graphicFrameChg>
      </pc:sldChg>
      <pc:sldChg chg="addSp delSp modSp new mod setBg modNotesTx">
        <pc:chgData name="Khalon Rodney" userId="4f27803adad79339" providerId="LiveId" clId="{A02A73CA-AD03-4032-B1B6-1CECF09FFE76}" dt="2026-10-23T18:49:41.346" v="6361" actId="20577"/>
        <pc:sldMkLst>
          <pc:docMk/>
          <pc:sldMk cId="2555481951" sldId="259"/>
        </pc:sldMkLst>
        <pc:spChg chg="mod">
          <ac:chgData name="Khalon Rodney" userId="4f27803adad79339" providerId="LiveId" clId="{A02A73CA-AD03-4032-B1B6-1CECF09FFE76}" dt="2026-10-23T17:42:34.517" v="1398" actId="26606"/>
          <ac:spMkLst>
            <pc:docMk/>
            <pc:sldMk cId="2555481951" sldId="259"/>
            <ac:spMk id="2" creationId="{8762F965-F58B-7F09-8006-58AE2B0A34DA}"/>
          </ac:spMkLst>
        </pc:spChg>
        <pc:spChg chg="del mod">
          <ac:chgData name="Khalon Rodney" userId="4f27803adad79339" providerId="LiveId" clId="{A02A73CA-AD03-4032-B1B6-1CECF09FFE76}" dt="2026-10-23T17:42:26.042" v="1396" actId="22"/>
          <ac:spMkLst>
            <pc:docMk/>
            <pc:sldMk cId="2555481951" sldId="259"/>
            <ac:spMk id="3" creationId="{E0FB51EA-8604-B056-A71F-ACEE4A54C894}"/>
          </ac:spMkLst>
        </pc:spChg>
        <pc:spChg chg="add">
          <ac:chgData name="Khalon Rodney" userId="4f27803adad79339" providerId="LiveId" clId="{A02A73CA-AD03-4032-B1B6-1CECF09FFE76}" dt="2026-10-23T17:42:34.517" v="1398" actId="26606"/>
          <ac:spMkLst>
            <pc:docMk/>
            <pc:sldMk cId="2555481951" sldId="259"/>
            <ac:spMk id="10" creationId="{F0DCC097-1DB8-4B6D-85D0-6FBA0E1CA4BA}"/>
          </ac:spMkLst>
        </pc:spChg>
        <pc:spChg chg="add">
          <ac:chgData name="Khalon Rodney" userId="4f27803adad79339" providerId="LiveId" clId="{A02A73CA-AD03-4032-B1B6-1CECF09FFE76}" dt="2026-10-23T17:42:34.517" v="1398" actId="26606"/>
          <ac:spMkLst>
            <pc:docMk/>
            <pc:sldMk cId="2555481951" sldId="259"/>
            <ac:spMk id="12" creationId="{E0B58608-23C8-4441-994D-C6823EEE1DB7}"/>
          </ac:spMkLst>
        </pc:spChg>
        <pc:picChg chg="add mod ord">
          <ac:chgData name="Khalon Rodney" userId="4f27803adad79339" providerId="LiveId" clId="{A02A73CA-AD03-4032-B1B6-1CECF09FFE76}" dt="2026-10-23T17:42:44.384" v="1401" actId="14100"/>
          <ac:picMkLst>
            <pc:docMk/>
            <pc:sldMk cId="2555481951" sldId="259"/>
            <ac:picMk id="5" creationId="{A97E6059-DEC1-5A4B-54FD-583C1E8D460D}"/>
          </ac:picMkLst>
        </pc:picChg>
      </pc:sldChg>
      <pc:sldChg chg="addSp delSp modSp new mod setBg modNotesTx">
        <pc:chgData name="Khalon Rodney" userId="4f27803adad79339" providerId="LiveId" clId="{A02A73CA-AD03-4032-B1B6-1CECF09FFE76}" dt="2026-10-23T18:54:12.900" v="6610" actId="20577"/>
        <pc:sldMkLst>
          <pc:docMk/>
          <pc:sldMk cId="2285366307" sldId="260"/>
        </pc:sldMkLst>
        <pc:spChg chg="mod">
          <ac:chgData name="Khalon Rodney" userId="4f27803adad79339" providerId="LiveId" clId="{A02A73CA-AD03-4032-B1B6-1CECF09FFE76}" dt="2026-10-23T17:48:50.373" v="1552" actId="26606"/>
          <ac:spMkLst>
            <pc:docMk/>
            <pc:sldMk cId="2285366307" sldId="260"/>
            <ac:spMk id="2" creationId="{64EA7023-818C-2CAC-9A9F-0CB71CB3A1B1}"/>
          </ac:spMkLst>
        </pc:spChg>
        <pc:spChg chg="del mod">
          <ac:chgData name="Khalon Rodney" userId="4f27803adad79339" providerId="LiveId" clId="{A02A73CA-AD03-4032-B1B6-1CECF09FFE76}" dt="2026-10-23T17:44:59.325" v="1446"/>
          <ac:spMkLst>
            <pc:docMk/>
            <pc:sldMk cId="2285366307" sldId="260"/>
            <ac:spMk id="3" creationId="{740D46C5-CF0A-3728-4CB6-826A1D2F7F2E}"/>
          </ac:spMkLst>
        </pc:spChg>
        <pc:spChg chg="add del mod">
          <ac:chgData name="Khalon Rodney" userId="4f27803adad79339" providerId="LiveId" clId="{A02A73CA-AD03-4032-B1B6-1CECF09FFE76}" dt="2026-10-23T17:46:15.483" v="1454"/>
          <ac:spMkLst>
            <pc:docMk/>
            <pc:sldMk cId="2285366307" sldId="260"/>
            <ac:spMk id="5" creationId="{5BD116FC-9A18-BA62-388A-37E0FAF77A8E}"/>
          </ac:spMkLst>
        </pc:spChg>
        <pc:spChg chg="add del mod">
          <ac:chgData name="Khalon Rodney" userId="4f27803adad79339" providerId="LiveId" clId="{A02A73CA-AD03-4032-B1B6-1CECF09FFE76}" dt="2026-10-23T17:48:50.373" v="1552" actId="26606"/>
          <ac:spMkLst>
            <pc:docMk/>
            <pc:sldMk cId="2285366307" sldId="260"/>
            <ac:spMk id="7" creationId="{D22C8C3C-0845-30ED-15EC-9E17D0EA44DD}"/>
          </ac:spMkLst>
        </pc:spChg>
        <pc:spChg chg="add del">
          <ac:chgData name="Khalon Rodney" userId="4f27803adad79339" providerId="LiveId" clId="{A02A73CA-AD03-4032-B1B6-1CECF09FFE76}" dt="2026-10-23T17:48:46.147" v="1549" actId="26606"/>
          <ac:spMkLst>
            <pc:docMk/>
            <pc:sldMk cId="2285366307" sldId="260"/>
            <ac:spMk id="13" creationId="{8DF67618-B87B-4195-8E24-3B126F79FF55}"/>
          </ac:spMkLst>
        </pc:spChg>
        <pc:spChg chg="add del">
          <ac:chgData name="Khalon Rodney" userId="4f27803adad79339" providerId="LiveId" clId="{A02A73CA-AD03-4032-B1B6-1CECF09FFE76}" dt="2026-10-23T17:48:46.147" v="1549" actId="26606"/>
          <ac:spMkLst>
            <pc:docMk/>
            <pc:sldMk cId="2285366307" sldId="260"/>
            <ac:spMk id="15" creationId="{64960379-9FF9-400A-A8A8-F5AB633FD3BF}"/>
          </ac:spMkLst>
        </pc:spChg>
        <pc:spChg chg="add del">
          <ac:chgData name="Khalon Rodney" userId="4f27803adad79339" providerId="LiveId" clId="{A02A73CA-AD03-4032-B1B6-1CECF09FFE76}" dt="2026-10-23T17:48:50.359" v="1551" actId="26606"/>
          <ac:spMkLst>
            <pc:docMk/>
            <pc:sldMk cId="2285366307" sldId="260"/>
            <ac:spMk id="30" creationId="{AFF8D2E5-2C4E-47B1-930B-6C82B7C31331}"/>
          </ac:spMkLst>
        </pc:spChg>
        <pc:spChg chg="add del">
          <ac:chgData name="Khalon Rodney" userId="4f27803adad79339" providerId="LiveId" clId="{A02A73CA-AD03-4032-B1B6-1CECF09FFE76}" dt="2026-10-23T17:48:50.359" v="1551" actId="26606"/>
          <ac:spMkLst>
            <pc:docMk/>
            <pc:sldMk cId="2285366307" sldId="260"/>
            <ac:spMk id="31" creationId="{801E4ADA-0EA9-4930-846E-3C11E8BED6DD}"/>
          </ac:spMkLst>
        </pc:spChg>
        <pc:spChg chg="add del">
          <ac:chgData name="Khalon Rodney" userId="4f27803adad79339" providerId="LiveId" clId="{A02A73CA-AD03-4032-B1B6-1CECF09FFE76}" dt="2026-10-23T17:48:50.359" v="1551" actId="26606"/>
          <ac:spMkLst>
            <pc:docMk/>
            <pc:sldMk cId="2285366307" sldId="260"/>
            <ac:spMk id="32" creationId="{FB92FFCE-0C90-454E-AA25-D4EE9A6C39C5}"/>
          </ac:spMkLst>
        </pc:spChg>
        <pc:spChg chg="add">
          <ac:chgData name="Khalon Rodney" userId="4f27803adad79339" providerId="LiveId" clId="{A02A73CA-AD03-4032-B1B6-1CECF09FFE76}" dt="2026-10-23T17:48:50.373" v="1552" actId="26606"/>
          <ac:spMkLst>
            <pc:docMk/>
            <pc:sldMk cId="2285366307" sldId="260"/>
            <ac:spMk id="35" creationId="{AE2B703B-46F9-481A-A605-82E2A828C4FA}"/>
          </ac:spMkLst>
        </pc:spChg>
        <pc:spChg chg="add">
          <ac:chgData name="Khalon Rodney" userId="4f27803adad79339" providerId="LiveId" clId="{A02A73CA-AD03-4032-B1B6-1CECF09FFE76}" dt="2026-10-23T17:48:50.373" v="1552" actId="26606"/>
          <ac:spMkLst>
            <pc:docMk/>
            <pc:sldMk cId="2285366307" sldId="260"/>
            <ac:spMk id="36" creationId="{F13BE4D7-0C3D-4906-B230-A1C5B4665CCF}"/>
          </ac:spMkLst>
        </pc:spChg>
        <pc:grpChg chg="add del">
          <ac:chgData name="Khalon Rodney" userId="4f27803adad79339" providerId="LiveId" clId="{A02A73CA-AD03-4032-B1B6-1CECF09FFE76}" dt="2026-10-23T17:48:46.147" v="1549" actId="26606"/>
          <ac:grpSpMkLst>
            <pc:docMk/>
            <pc:sldMk cId="2285366307" sldId="260"/>
            <ac:grpSpMk id="17" creationId="{2C491629-AE25-486B-9B22-2CE4EE8F7E47}"/>
          </ac:grpSpMkLst>
        </pc:grpChg>
        <pc:grpChg chg="add del">
          <ac:chgData name="Khalon Rodney" userId="4f27803adad79339" providerId="LiveId" clId="{A02A73CA-AD03-4032-B1B6-1CECF09FFE76}" dt="2026-10-23T17:48:46.147" v="1549" actId="26606"/>
          <ac:grpSpMkLst>
            <pc:docMk/>
            <pc:sldMk cId="2285366307" sldId="260"/>
            <ac:grpSpMk id="21" creationId="{43F5E015-E085-4624-B431-B42414448684}"/>
          </ac:grpSpMkLst>
        </pc:grpChg>
        <pc:graphicFrameChg chg="add del mod modGraphic">
          <ac:chgData name="Khalon Rodney" userId="4f27803adad79339" providerId="LiveId" clId="{A02A73CA-AD03-4032-B1B6-1CECF09FFE76}" dt="2026-10-23T17:46:19.462" v="1455" actId="478"/>
          <ac:graphicFrameMkLst>
            <pc:docMk/>
            <pc:sldMk cId="2285366307" sldId="260"/>
            <ac:graphicFrameMk id="4" creationId="{8EDD462F-B75D-9485-700F-30F4198774F4}"/>
          </ac:graphicFrameMkLst>
        </pc:graphicFrameChg>
        <pc:graphicFrameChg chg="add del">
          <ac:chgData name="Khalon Rodney" userId="4f27803adad79339" providerId="LiveId" clId="{A02A73CA-AD03-4032-B1B6-1CECF09FFE76}" dt="2026-10-23T17:48:46.147" v="1549" actId="26606"/>
          <ac:graphicFrameMkLst>
            <pc:docMk/>
            <pc:sldMk cId="2285366307" sldId="260"/>
            <ac:graphicFrameMk id="9" creationId="{FA69466E-4728-9CE3-83A4-45F905A2A1DC}"/>
          </ac:graphicFrameMkLst>
        </pc:graphicFrameChg>
        <pc:graphicFrameChg chg="add del">
          <ac:chgData name="Khalon Rodney" userId="4f27803adad79339" providerId="LiveId" clId="{A02A73CA-AD03-4032-B1B6-1CECF09FFE76}" dt="2026-10-23T17:48:50.359" v="1551" actId="26606"/>
          <ac:graphicFrameMkLst>
            <pc:docMk/>
            <pc:sldMk cId="2285366307" sldId="260"/>
            <ac:graphicFrameMk id="33" creationId="{1B66C744-DD14-EB26-3B50-B519CE2EDFCE}"/>
          </ac:graphicFrameMkLst>
        </pc:graphicFrameChg>
        <pc:graphicFrameChg chg="add">
          <ac:chgData name="Khalon Rodney" userId="4f27803adad79339" providerId="LiveId" clId="{A02A73CA-AD03-4032-B1B6-1CECF09FFE76}" dt="2026-10-23T17:48:50.373" v="1552" actId="26606"/>
          <ac:graphicFrameMkLst>
            <pc:docMk/>
            <pc:sldMk cId="2285366307" sldId="260"/>
            <ac:graphicFrameMk id="37" creationId="{4A316CAE-9B48-8275-8117-F58681298739}"/>
          </ac:graphicFrameMkLst>
        </pc:graphicFrameChg>
      </pc:sldChg>
      <pc:sldChg chg="addSp delSp modSp new mod setBg modNotesTx">
        <pc:chgData name="Khalon Rodney" userId="4f27803adad79339" providerId="LiveId" clId="{A02A73CA-AD03-4032-B1B6-1CECF09FFE76}" dt="2026-10-23T18:58:09.965" v="6613" actId="20577"/>
        <pc:sldMkLst>
          <pc:docMk/>
          <pc:sldMk cId="244886239" sldId="261"/>
        </pc:sldMkLst>
        <pc:spChg chg="mod">
          <ac:chgData name="Khalon Rodney" userId="4f27803adad79339" providerId="LiveId" clId="{A02A73CA-AD03-4032-B1B6-1CECF09FFE76}" dt="2026-10-23T17:56:11.813" v="2190" actId="26606"/>
          <ac:spMkLst>
            <pc:docMk/>
            <pc:sldMk cId="244886239" sldId="261"/>
            <ac:spMk id="2" creationId="{50B79B21-3FA4-6923-CE87-ED9D5BA54BD2}"/>
          </ac:spMkLst>
        </pc:spChg>
        <pc:spChg chg="add del mod">
          <ac:chgData name="Khalon Rodney" userId="4f27803adad79339" providerId="LiveId" clId="{A02A73CA-AD03-4032-B1B6-1CECF09FFE76}" dt="2026-10-23T17:56:11.813" v="2190" actId="26606"/>
          <ac:spMkLst>
            <pc:docMk/>
            <pc:sldMk cId="244886239" sldId="261"/>
            <ac:spMk id="3" creationId="{5002177B-25D9-267A-C808-150AAE6ACEAA}"/>
          </ac:spMkLst>
        </pc:spChg>
        <pc:spChg chg="add del">
          <ac:chgData name="Khalon Rodney" userId="4f27803adad79339" providerId="LiveId" clId="{A02A73CA-AD03-4032-B1B6-1CECF09FFE76}" dt="2026-10-23T17:55:39.417" v="2181" actId="26606"/>
          <ac:spMkLst>
            <pc:docMk/>
            <pc:sldMk cId="244886239" sldId="261"/>
            <ac:spMk id="9" creationId="{BACC6370-2D7E-4714-9D71-7542949D7D5D}"/>
          </ac:spMkLst>
        </pc:spChg>
        <pc:spChg chg="add del">
          <ac:chgData name="Khalon Rodney" userId="4f27803adad79339" providerId="LiveId" clId="{A02A73CA-AD03-4032-B1B6-1CECF09FFE76}" dt="2026-10-23T17:55:47.241" v="2183" actId="26606"/>
          <ac:spMkLst>
            <pc:docMk/>
            <pc:sldMk cId="244886239" sldId="261"/>
            <ac:spMk id="10" creationId="{D3E17859-C5F0-476F-A082-A4CB8841DB24}"/>
          </ac:spMkLst>
        </pc:spChg>
        <pc:spChg chg="add del">
          <ac:chgData name="Khalon Rodney" userId="4f27803adad79339" providerId="LiveId" clId="{A02A73CA-AD03-4032-B1B6-1CECF09FFE76}" dt="2026-10-23T17:55:39.417" v="2181" actId="26606"/>
          <ac:spMkLst>
            <pc:docMk/>
            <pc:sldMk cId="244886239" sldId="261"/>
            <ac:spMk id="11" creationId="{256B2C21-A230-48C0-8DF1-C46611373C44}"/>
          </ac:spMkLst>
        </pc:spChg>
        <pc:spChg chg="add del">
          <ac:chgData name="Khalon Rodney" userId="4f27803adad79339" providerId="LiveId" clId="{A02A73CA-AD03-4032-B1B6-1CECF09FFE76}" dt="2026-10-23T17:55:47.241" v="2183" actId="26606"/>
          <ac:spMkLst>
            <pc:docMk/>
            <pc:sldMk cId="244886239" sldId="261"/>
            <ac:spMk id="12" creationId="{70BEB1E7-2F88-40BC-B73D-42E5B6F80BFC}"/>
          </ac:spMkLst>
        </pc:spChg>
        <pc:spChg chg="add del">
          <ac:chgData name="Khalon Rodney" userId="4f27803adad79339" providerId="LiveId" clId="{A02A73CA-AD03-4032-B1B6-1CECF09FFE76}" dt="2026-10-23T17:55:39.417" v="2181" actId="26606"/>
          <ac:spMkLst>
            <pc:docMk/>
            <pc:sldMk cId="244886239" sldId="261"/>
            <ac:spMk id="13" creationId="{3847E18C-932D-4C95-AABA-FEC7C9499AD7}"/>
          </ac:spMkLst>
        </pc:spChg>
        <pc:spChg chg="add del">
          <ac:chgData name="Khalon Rodney" userId="4f27803adad79339" providerId="LiveId" clId="{A02A73CA-AD03-4032-B1B6-1CECF09FFE76}" dt="2026-10-23T17:55:47.241" v="2183" actId="26606"/>
          <ac:spMkLst>
            <pc:docMk/>
            <pc:sldMk cId="244886239" sldId="261"/>
            <ac:spMk id="14" creationId="{A7B99495-F43F-4D80-A44F-2CB4764EB90B}"/>
          </ac:spMkLst>
        </pc:spChg>
        <pc:spChg chg="add del">
          <ac:chgData name="Khalon Rodney" userId="4f27803adad79339" providerId="LiveId" clId="{A02A73CA-AD03-4032-B1B6-1CECF09FFE76}" dt="2026-10-23T17:55:39.417" v="2181" actId="26606"/>
          <ac:spMkLst>
            <pc:docMk/>
            <pc:sldMk cId="244886239" sldId="261"/>
            <ac:spMk id="15" creationId="{3150CB11-0C61-439E-910F-5787759E72A0}"/>
          </ac:spMkLst>
        </pc:spChg>
        <pc:spChg chg="add del">
          <ac:chgData name="Khalon Rodney" userId="4f27803adad79339" providerId="LiveId" clId="{A02A73CA-AD03-4032-B1B6-1CECF09FFE76}" dt="2026-10-23T17:55:39.417" v="2181" actId="26606"/>
          <ac:spMkLst>
            <pc:docMk/>
            <pc:sldMk cId="244886239" sldId="261"/>
            <ac:spMk id="17" creationId="{43F8A58B-5155-44CE-A5FF-7647B47D0A7A}"/>
          </ac:spMkLst>
        </pc:spChg>
        <pc:spChg chg="add del">
          <ac:chgData name="Khalon Rodney" userId="4f27803adad79339" providerId="LiveId" clId="{A02A73CA-AD03-4032-B1B6-1CECF09FFE76}" dt="2026-10-23T17:55:39.417" v="2181" actId="26606"/>
          <ac:spMkLst>
            <pc:docMk/>
            <pc:sldMk cId="244886239" sldId="261"/>
            <ac:spMk id="19" creationId="{443F2ACA-E6D6-4028-82DD-F03C262D5DE6}"/>
          </ac:spMkLst>
        </pc:spChg>
        <pc:spChg chg="add del">
          <ac:chgData name="Khalon Rodney" userId="4f27803adad79339" providerId="LiveId" clId="{A02A73CA-AD03-4032-B1B6-1CECF09FFE76}" dt="2026-10-23T17:55:53.250" v="2185" actId="26606"/>
          <ac:spMkLst>
            <pc:docMk/>
            <pc:sldMk cId="244886239" sldId="261"/>
            <ac:spMk id="23" creationId="{4F7EBAE4-9945-4473-9E34-B2C66EA0F03D}"/>
          </ac:spMkLst>
        </pc:spChg>
        <pc:spChg chg="add del">
          <ac:chgData name="Khalon Rodney" userId="4f27803adad79339" providerId="LiveId" clId="{A02A73CA-AD03-4032-B1B6-1CECF09FFE76}" dt="2026-10-23T17:55:53.250" v="2185" actId="26606"/>
          <ac:spMkLst>
            <pc:docMk/>
            <pc:sldMk cId="244886239" sldId="261"/>
            <ac:spMk id="25" creationId="{70BEB1E7-2F88-40BC-B73D-42E5B6F80BFC}"/>
          </ac:spMkLst>
        </pc:spChg>
        <pc:spChg chg="add del">
          <ac:chgData name="Khalon Rodney" userId="4f27803adad79339" providerId="LiveId" clId="{A02A73CA-AD03-4032-B1B6-1CECF09FFE76}" dt="2026-10-23T17:55:53.250" v="2185" actId="26606"/>
          <ac:spMkLst>
            <pc:docMk/>
            <pc:sldMk cId="244886239" sldId="261"/>
            <ac:spMk id="26" creationId="{A7B99495-F43F-4D80-A44F-2CB4764EB90B}"/>
          </ac:spMkLst>
        </pc:spChg>
        <pc:spChg chg="add del">
          <ac:chgData name="Khalon Rodney" userId="4f27803adad79339" providerId="LiveId" clId="{A02A73CA-AD03-4032-B1B6-1CECF09FFE76}" dt="2026-10-23T17:56:01.213" v="2187" actId="26606"/>
          <ac:spMkLst>
            <pc:docMk/>
            <pc:sldMk cId="244886239" sldId="261"/>
            <ac:spMk id="29" creationId="{BACC6370-2D7E-4714-9D71-7542949D7D5D}"/>
          </ac:spMkLst>
        </pc:spChg>
        <pc:spChg chg="add del">
          <ac:chgData name="Khalon Rodney" userId="4f27803adad79339" providerId="LiveId" clId="{A02A73CA-AD03-4032-B1B6-1CECF09FFE76}" dt="2026-10-23T17:56:01.213" v="2187" actId="26606"/>
          <ac:spMkLst>
            <pc:docMk/>
            <pc:sldMk cId="244886239" sldId="261"/>
            <ac:spMk id="30" creationId="{256B2C21-A230-48C0-8DF1-C46611373C44}"/>
          </ac:spMkLst>
        </pc:spChg>
        <pc:spChg chg="add del">
          <ac:chgData name="Khalon Rodney" userId="4f27803adad79339" providerId="LiveId" clId="{A02A73CA-AD03-4032-B1B6-1CECF09FFE76}" dt="2026-10-23T17:56:01.213" v="2187" actId="26606"/>
          <ac:spMkLst>
            <pc:docMk/>
            <pc:sldMk cId="244886239" sldId="261"/>
            <ac:spMk id="31" creationId="{3847E18C-932D-4C95-AABA-FEC7C9499AD7}"/>
          </ac:spMkLst>
        </pc:spChg>
        <pc:spChg chg="add del">
          <ac:chgData name="Khalon Rodney" userId="4f27803adad79339" providerId="LiveId" clId="{A02A73CA-AD03-4032-B1B6-1CECF09FFE76}" dt="2026-10-23T17:56:01.213" v="2187" actId="26606"/>
          <ac:spMkLst>
            <pc:docMk/>
            <pc:sldMk cId="244886239" sldId="261"/>
            <ac:spMk id="32" creationId="{3150CB11-0C61-439E-910F-5787759E72A0}"/>
          </ac:spMkLst>
        </pc:spChg>
        <pc:spChg chg="add del">
          <ac:chgData name="Khalon Rodney" userId="4f27803adad79339" providerId="LiveId" clId="{A02A73CA-AD03-4032-B1B6-1CECF09FFE76}" dt="2026-10-23T17:56:01.213" v="2187" actId="26606"/>
          <ac:spMkLst>
            <pc:docMk/>
            <pc:sldMk cId="244886239" sldId="261"/>
            <ac:spMk id="33" creationId="{43F8A58B-5155-44CE-A5FF-7647B47D0A7A}"/>
          </ac:spMkLst>
        </pc:spChg>
        <pc:spChg chg="add del">
          <ac:chgData name="Khalon Rodney" userId="4f27803adad79339" providerId="LiveId" clId="{A02A73CA-AD03-4032-B1B6-1CECF09FFE76}" dt="2026-10-23T17:56:01.213" v="2187" actId="26606"/>
          <ac:spMkLst>
            <pc:docMk/>
            <pc:sldMk cId="244886239" sldId="261"/>
            <ac:spMk id="34" creationId="{443F2ACA-E6D6-4028-82DD-F03C262D5DE6}"/>
          </ac:spMkLst>
        </pc:spChg>
        <pc:spChg chg="add">
          <ac:chgData name="Khalon Rodney" userId="4f27803adad79339" providerId="LiveId" clId="{A02A73CA-AD03-4032-B1B6-1CECF09FFE76}" dt="2026-10-23T17:56:11.813" v="2190" actId="26606"/>
          <ac:spMkLst>
            <pc:docMk/>
            <pc:sldMk cId="244886239" sldId="261"/>
            <ac:spMk id="39" creationId="{3ECBE1F1-D69B-4AFA-ABD5-8E41720EF6DE}"/>
          </ac:spMkLst>
        </pc:spChg>
        <pc:spChg chg="add">
          <ac:chgData name="Khalon Rodney" userId="4f27803adad79339" providerId="LiveId" clId="{A02A73CA-AD03-4032-B1B6-1CECF09FFE76}" dt="2026-10-23T17:56:11.813" v="2190" actId="26606"/>
          <ac:spMkLst>
            <pc:docMk/>
            <pc:sldMk cId="244886239" sldId="261"/>
            <ac:spMk id="41" creationId="{603A6265-E10C-4B85-9C20-E75FCAF9CC63}"/>
          </ac:spMkLst>
        </pc:spChg>
        <pc:spChg chg="add mod">
          <ac:chgData name="Khalon Rodney" userId="4f27803adad79339" providerId="LiveId" clId="{A02A73CA-AD03-4032-B1B6-1CECF09FFE76}" dt="2026-10-23T17:56:39.540" v="2194" actId="14100"/>
          <ac:spMkLst>
            <pc:docMk/>
            <pc:sldMk cId="244886239" sldId="261"/>
            <ac:spMk id="42" creationId="{5002177B-25D9-267A-C808-150AAE6ACEAA}"/>
          </ac:spMkLst>
        </pc:spChg>
        <pc:graphicFrameChg chg="add del">
          <ac:chgData name="Khalon Rodney" userId="4f27803adad79339" providerId="LiveId" clId="{A02A73CA-AD03-4032-B1B6-1CECF09FFE76}" dt="2026-10-23T17:55:39.417" v="2181" actId="26606"/>
          <ac:graphicFrameMkLst>
            <pc:docMk/>
            <pc:sldMk cId="244886239" sldId="261"/>
            <ac:graphicFrameMk id="5" creationId="{39DBD9B2-F463-EE25-9512-7134D1B28E2B}"/>
          </ac:graphicFrameMkLst>
        </pc:graphicFrameChg>
        <pc:graphicFrameChg chg="add del">
          <ac:chgData name="Khalon Rodney" userId="4f27803adad79339" providerId="LiveId" clId="{A02A73CA-AD03-4032-B1B6-1CECF09FFE76}" dt="2026-10-23T17:55:47.241" v="2183" actId="26606"/>
          <ac:graphicFrameMkLst>
            <pc:docMk/>
            <pc:sldMk cId="244886239" sldId="261"/>
            <ac:graphicFrameMk id="21" creationId="{628A0B6F-10DA-9638-01D7-F77B7082099B}"/>
          </ac:graphicFrameMkLst>
        </pc:graphicFrameChg>
        <pc:graphicFrameChg chg="add del">
          <ac:chgData name="Khalon Rodney" userId="4f27803adad79339" providerId="LiveId" clId="{A02A73CA-AD03-4032-B1B6-1CECF09FFE76}" dt="2026-10-23T17:55:53.250" v="2185" actId="26606"/>
          <ac:graphicFrameMkLst>
            <pc:docMk/>
            <pc:sldMk cId="244886239" sldId="261"/>
            <ac:graphicFrameMk id="27" creationId="{6A9E4C53-1A71-2A4F-1443-8B88D0161367}"/>
          </ac:graphicFrameMkLst>
        </pc:graphicFrameChg>
        <pc:graphicFrameChg chg="add del">
          <ac:chgData name="Khalon Rodney" userId="4f27803adad79339" providerId="LiveId" clId="{A02A73CA-AD03-4032-B1B6-1CECF09FFE76}" dt="2026-10-23T17:56:01.213" v="2187" actId="26606"/>
          <ac:graphicFrameMkLst>
            <pc:docMk/>
            <pc:sldMk cId="244886239" sldId="261"/>
            <ac:graphicFrameMk id="35" creationId="{39DBD9B2-F463-EE25-9512-7134D1B28E2B}"/>
          </ac:graphicFrameMkLst>
        </pc:graphicFrameChg>
        <pc:graphicFrameChg chg="add del">
          <ac:chgData name="Khalon Rodney" userId="4f27803adad79339" providerId="LiveId" clId="{A02A73CA-AD03-4032-B1B6-1CECF09FFE76}" dt="2026-10-23T17:56:11.808" v="2189" actId="26606"/>
          <ac:graphicFrameMkLst>
            <pc:docMk/>
            <pc:sldMk cId="244886239" sldId="261"/>
            <ac:graphicFrameMk id="37" creationId="{3E1A838D-BB16-1886-E3B1-D10AAEEE513D}"/>
          </ac:graphicFrameMkLst>
        </pc:graphicFrameChg>
        <pc:picChg chg="add del">
          <ac:chgData name="Khalon Rodney" userId="4f27803adad79339" providerId="LiveId" clId="{A02A73CA-AD03-4032-B1B6-1CECF09FFE76}" dt="2026-10-23T17:55:47.241" v="2183" actId="26606"/>
          <ac:picMkLst>
            <pc:docMk/>
            <pc:sldMk cId="244886239" sldId="261"/>
            <ac:picMk id="6" creationId="{8E590C1F-C8FC-29FA-99A3-24FA5C1C556C}"/>
          </ac:picMkLst>
        </pc:picChg>
        <pc:picChg chg="add del">
          <ac:chgData name="Khalon Rodney" userId="4f27803adad79339" providerId="LiveId" clId="{A02A73CA-AD03-4032-B1B6-1CECF09FFE76}" dt="2026-10-23T17:55:53.250" v="2185" actId="26606"/>
          <ac:picMkLst>
            <pc:docMk/>
            <pc:sldMk cId="244886239" sldId="261"/>
            <ac:picMk id="24" creationId="{B38CAC3E-136F-CFBC-2E38-5E1A7FE0725A}"/>
          </ac:picMkLst>
        </pc:picChg>
        <pc:picChg chg="add">
          <ac:chgData name="Khalon Rodney" userId="4f27803adad79339" providerId="LiveId" clId="{A02A73CA-AD03-4032-B1B6-1CECF09FFE76}" dt="2026-10-23T17:56:11.813" v="2190" actId="26606"/>
          <ac:picMkLst>
            <pc:docMk/>
            <pc:sldMk cId="244886239" sldId="261"/>
            <ac:picMk id="40" creationId="{DCEF51EE-DAE7-E4C8-2DDD-61624B25A506}"/>
          </ac:picMkLst>
        </pc:picChg>
      </pc:sldChg>
      <pc:sldChg chg="addSp delSp modSp new mod setBg modNotesTx">
        <pc:chgData name="Khalon Rodney" userId="4f27803adad79339" providerId="LiveId" clId="{A02A73CA-AD03-4032-B1B6-1CECF09FFE76}" dt="2026-10-23T19:07:29.887" v="7487" actId="20577"/>
        <pc:sldMkLst>
          <pc:docMk/>
          <pc:sldMk cId="2143523778" sldId="262"/>
        </pc:sldMkLst>
        <pc:spChg chg="mod">
          <ac:chgData name="Khalon Rodney" userId="4f27803adad79339" providerId="LiveId" clId="{A02A73CA-AD03-4032-B1B6-1CECF09FFE76}" dt="2026-10-23T18:00:57.290" v="2483" actId="26606"/>
          <ac:spMkLst>
            <pc:docMk/>
            <pc:sldMk cId="2143523778" sldId="262"/>
            <ac:spMk id="2" creationId="{8054C590-E8A8-482C-8E09-CC5E61AC2AF5}"/>
          </ac:spMkLst>
        </pc:spChg>
        <pc:spChg chg="add del mod">
          <ac:chgData name="Khalon Rodney" userId="4f27803adad79339" providerId="LiveId" clId="{A02A73CA-AD03-4032-B1B6-1CECF09FFE76}" dt="2026-10-23T18:00:57.290" v="2483" actId="26606"/>
          <ac:spMkLst>
            <pc:docMk/>
            <pc:sldMk cId="2143523778" sldId="262"/>
            <ac:spMk id="3" creationId="{C8C51C4D-86FA-E6EE-1927-543F7AD8F635}"/>
          </ac:spMkLst>
        </pc:spChg>
        <pc:spChg chg="add del">
          <ac:chgData name="Khalon Rodney" userId="4f27803adad79339" providerId="LiveId" clId="{A02A73CA-AD03-4032-B1B6-1CECF09FFE76}" dt="2026-10-23T18:00:45.774" v="2478" actId="26606"/>
          <ac:spMkLst>
            <pc:docMk/>
            <pc:sldMk cId="2143523778" sldId="262"/>
            <ac:spMk id="9" creationId="{BACC6370-2D7E-4714-9D71-7542949D7D5D}"/>
          </ac:spMkLst>
        </pc:spChg>
        <pc:spChg chg="add del">
          <ac:chgData name="Khalon Rodney" userId="4f27803adad79339" providerId="LiveId" clId="{A02A73CA-AD03-4032-B1B6-1CECF09FFE76}" dt="2026-10-23T18:00:45.774" v="2478" actId="26606"/>
          <ac:spMkLst>
            <pc:docMk/>
            <pc:sldMk cId="2143523778" sldId="262"/>
            <ac:spMk id="11" creationId="{256B2C21-A230-48C0-8DF1-C46611373C44}"/>
          </ac:spMkLst>
        </pc:spChg>
        <pc:spChg chg="add del">
          <ac:chgData name="Khalon Rodney" userId="4f27803adad79339" providerId="LiveId" clId="{A02A73CA-AD03-4032-B1B6-1CECF09FFE76}" dt="2026-10-23T18:00:45.774" v="2478" actId="26606"/>
          <ac:spMkLst>
            <pc:docMk/>
            <pc:sldMk cId="2143523778" sldId="262"/>
            <ac:spMk id="13" creationId="{3847E18C-932D-4C95-AABA-FEC7C9499AD7}"/>
          </ac:spMkLst>
        </pc:spChg>
        <pc:spChg chg="add del">
          <ac:chgData name="Khalon Rodney" userId="4f27803adad79339" providerId="LiveId" clId="{A02A73CA-AD03-4032-B1B6-1CECF09FFE76}" dt="2026-10-23T18:00:45.774" v="2478" actId="26606"/>
          <ac:spMkLst>
            <pc:docMk/>
            <pc:sldMk cId="2143523778" sldId="262"/>
            <ac:spMk id="15" creationId="{3150CB11-0C61-439E-910F-5787759E72A0}"/>
          </ac:spMkLst>
        </pc:spChg>
        <pc:spChg chg="add del">
          <ac:chgData name="Khalon Rodney" userId="4f27803adad79339" providerId="LiveId" clId="{A02A73CA-AD03-4032-B1B6-1CECF09FFE76}" dt="2026-10-23T18:00:45.774" v="2478" actId="26606"/>
          <ac:spMkLst>
            <pc:docMk/>
            <pc:sldMk cId="2143523778" sldId="262"/>
            <ac:spMk id="17" creationId="{43F8A58B-5155-44CE-A5FF-7647B47D0A7A}"/>
          </ac:spMkLst>
        </pc:spChg>
        <pc:spChg chg="add del">
          <ac:chgData name="Khalon Rodney" userId="4f27803adad79339" providerId="LiveId" clId="{A02A73CA-AD03-4032-B1B6-1CECF09FFE76}" dt="2026-10-23T18:00:45.774" v="2478" actId="26606"/>
          <ac:spMkLst>
            <pc:docMk/>
            <pc:sldMk cId="2143523778" sldId="262"/>
            <ac:spMk id="19" creationId="{443F2ACA-E6D6-4028-82DD-F03C262D5DE6}"/>
          </ac:spMkLst>
        </pc:spChg>
        <pc:spChg chg="add del">
          <ac:chgData name="Khalon Rodney" userId="4f27803adad79339" providerId="LiveId" clId="{A02A73CA-AD03-4032-B1B6-1CECF09FFE76}" dt="2026-10-23T18:00:50.706" v="2480" actId="26606"/>
          <ac:spMkLst>
            <pc:docMk/>
            <pc:sldMk cId="2143523778" sldId="262"/>
            <ac:spMk id="21" creationId="{9DBC8166-481C-4473-95F5-9A5B9073B7F1}"/>
          </ac:spMkLst>
        </pc:spChg>
        <pc:spChg chg="add del">
          <ac:chgData name="Khalon Rodney" userId="4f27803adad79339" providerId="LiveId" clId="{A02A73CA-AD03-4032-B1B6-1CECF09FFE76}" dt="2026-10-23T18:00:50.706" v="2480" actId="26606"/>
          <ac:spMkLst>
            <pc:docMk/>
            <pc:sldMk cId="2143523778" sldId="262"/>
            <ac:spMk id="22" creationId="{A5A5CE6E-90AF-4D43-A014-1F9EC83EB93D}"/>
          </ac:spMkLst>
        </pc:spChg>
        <pc:spChg chg="add del">
          <ac:chgData name="Khalon Rodney" userId="4f27803adad79339" providerId="LiveId" clId="{A02A73CA-AD03-4032-B1B6-1CECF09FFE76}" dt="2026-10-23T18:00:57.257" v="2482" actId="26606"/>
          <ac:spMkLst>
            <pc:docMk/>
            <pc:sldMk cId="2143523778" sldId="262"/>
            <ac:spMk id="25" creationId="{BACC6370-2D7E-4714-9D71-7542949D7D5D}"/>
          </ac:spMkLst>
        </pc:spChg>
        <pc:spChg chg="add del">
          <ac:chgData name="Khalon Rodney" userId="4f27803adad79339" providerId="LiveId" clId="{A02A73CA-AD03-4032-B1B6-1CECF09FFE76}" dt="2026-10-23T18:00:57.257" v="2482" actId="26606"/>
          <ac:spMkLst>
            <pc:docMk/>
            <pc:sldMk cId="2143523778" sldId="262"/>
            <ac:spMk id="26" creationId="{F68B3F68-107C-434F-AA38-110D5EA91B85}"/>
          </ac:spMkLst>
        </pc:spChg>
        <pc:spChg chg="add del">
          <ac:chgData name="Khalon Rodney" userId="4f27803adad79339" providerId="LiveId" clId="{A02A73CA-AD03-4032-B1B6-1CECF09FFE76}" dt="2026-10-23T18:00:57.257" v="2482" actId="26606"/>
          <ac:spMkLst>
            <pc:docMk/>
            <pc:sldMk cId="2143523778" sldId="262"/>
            <ac:spMk id="27" creationId="{AAD0DBB9-1A4B-4391-81D4-CB19F9AB918A}"/>
          </ac:spMkLst>
        </pc:spChg>
        <pc:spChg chg="add del">
          <ac:chgData name="Khalon Rodney" userId="4f27803adad79339" providerId="LiveId" clId="{A02A73CA-AD03-4032-B1B6-1CECF09FFE76}" dt="2026-10-23T18:00:57.257" v="2482" actId="26606"/>
          <ac:spMkLst>
            <pc:docMk/>
            <pc:sldMk cId="2143523778" sldId="262"/>
            <ac:spMk id="28" creationId="{063BBA22-50EA-4C4D-BE05-F1CE4E63AA56}"/>
          </ac:spMkLst>
        </pc:spChg>
        <pc:spChg chg="add">
          <ac:chgData name="Khalon Rodney" userId="4f27803adad79339" providerId="LiveId" clId="{A02A73CA-AD03-4032-B1B6-1CECF09FFE76}" dt="2026-10-23T18:00:57.290" v="2483" actId="26606"/>
          <ac:spMkLst>
            <pc:docMk/>
            <pc:sldMk cId="2143523778" sldId="262"/>
            <ac:spMk id="31" creationId="{BACC6370-2D7E-4714-9D71-7542949D7D5D}"/>
          </ac:spMkLst>
        </pc:spChg>
        <pc:spChg chg="add">
          <ac:chgData name="Khalon Rodney" userId="4f27803adad79339" providerId="LiveId" clId="{A02A73CA-AD03-4032-B1B6-1CECF09FFE76}" dt="2026-10-23T18:00:57.290" v="2483" actId="26606"/>
          <ac:spMkLst>
            <pc:docMk/>
            <pc:sldMk cId="2143523778" sldId="262"/>
            <ac:spMk id="32" creationId="{256B2C21-A230-48C0-8DF1-C46611373C44}"/>
          </ac:spMkLst>
        </pc:spChg>
        <pc:spChg chg="add">
          <ac:chgData name="Khalon Rodney" userId="4f27803adad79339" providerId="LiveId" clId="{A02A73CA-AD03-4032-B1B6-1CECF09FFE76}" dt="2026-10-23T18:00:57.290" v="2483" actId="26606"/>
          <ac:spMkLst>
            <pc:docMk/>
            <pc:sldMk cId="2143523778" sldId="262"/>
            <ac:spMk id="33" creationId="{3847E18C-932D-4C95-AABA-FEC7C9499AD7}"/>
          </ac:spMkLst>
        </pc:spChg>
        <pc:spChg chg="add">
          <ac:chgData name="Khalon Rodney" userId="4f27803adad79339" providerId="LiveId" clId="{A02A73CA-AD03-4032-B1B6-1CECF09FFE76}" dt="2026-10-23T18:00:57.290" v="2483" actId="26606"/>
          <ac:spMkLst>
            <pc:docMk/>
            <pc:sldMk cId="2143523778" sldId="262"/>
            <ac:spMk id="34" creationId="{3150CB11-0C61-439E-910F-5787759E72A0}"/>
          </ac:spMkLst>
        </pc:spChg>
        <pc:spChg chg="add">
          <ac:chgData name="Khalon Rodney" userId="4f27803adad79339" providerId="LiveId" clId="{A02A73CA-AD03-4032-B1B6-1CECF09FFE76}" dt="2026-10-23T18:00:57.290" v="2483" actId="26606"/>
          <ac:spMkLst>
            <pc:docMk/>
            <pc:sldMk cId="2143523778" sldId="262"/>
            <ac:spMk id="35" creationId="{43F8A58B-5155-44CE-A5FF-7647B47D0A7A}"/>
          </ac:spMkLst>
        </pc:spChg>
        <pc:spChg chg="add">
          <ac:chgData name="Khalon Rodney" userId="4f27803adad79339" providerId="LiveId" clId="{A02A73CA-AD03-4032-B1B6-1CECF09FFE76}" dt="2026-10-23T18:00:57.290" v="2483" actId="26606"/>
          <ac:spMkLst>
            <pc:docMk/>
            <pc:sldMk cId="2143523778" sldId="262"/>
            <ac:spMk id="36" creationId="{443F2ACA-E6D6-4028-82DD-F03C262D5DE6}"/>
          </ac:spMkLst>
        </pc:spChg>
        <pc:graphicFrameChg chg="add del">
          <ac:chgData name="Khalon Rodney" userId="4f27803adad79339" providerId="LiveId" clId="{A02A73CA-AD03-4032-B1B6-1CECF09FFE76}" dt="2026-10-23T18:00:45.774" v="2478" actId="26606"/>
          <ac:graphicFrameMkLst>
            <pc:docMk/>
            <pc:sldMk cId="2143523778" sldId="262"/>
            <ac:graphicFrameMk id="5" creationId="{899B12B8-6C23-8C22-D56D-77955B390EE0}"/>
          </ac:graphicFrameMkLst>
        </pc:graphicFrameChg>
        <pc:graphicFrameChg chg="add del">
          <ac:chgData name="Khalon Rodney" userId="4f27803adad79339" providerId="LiveId" clId="{A02A73CA-AD03-4032-B1B6-1CECF09FFE76}" dt="2026-10-23T18:00:50.706" v="2480" actId="26606"/>
          <ac:graphicFrameMkLst>
            <pc:docMk/>
            <pc:sldMk cId="2143523778" sldId="262"/>
            <ac:graphicFrameMk id="23" creationId="{72839F1A-8387-D153-B898-A1BB096AD352}"/>
          </ac:graphicFrameMkLst>
        </pc:graphicFrameChg>
        <pc:graphicFrameChg chg="add del">
          <ac:chgData name="Khalon Rodney" userId="4f27803adad79339" providerId="LiveId" clId="{A02A73CA-AD03-4032-B1B6-1CECF09FFE76}" dt="2026-10-23T18:00:57.257" v="2482" actId="26606"/>
          <ac:graphicFrameMkLst>
            <pc:docMk/>
            <pc:sldMk cId="2143523778" sldId="262"/>
            <ac:graphicFrameMk id="29" creationId="{75A5E31A-BB12-6160-2BBA-24CF0D8BE3BF}"/>
          </ac:graphicFrameMkLst>
        </pc:graphicFrameChg>
        <pc:graphicFrameChg chg="add">
          <ac:chgData name="Khalon Rodney" userId="4f27803adad79339" providerId="LiveId" clId="{A02A73CA-AD03-4032-B1B6-1CECF09FFE76}" dt="2026-10-23T18:00:57.290" v="2483" actId="26606"/>
          <ac:graphicFrameMkLst>
            <pc:docMk/>
            <pc:sldMk cId="2143523778" sldId="262"/>
            <ac:graphicFrameMk id="37" creationId="{899B12B8-6C23-8C22-D56D-77955B390EE0}"/>
          </ac:graphicFrameMkLst>
        </pc:graphicFrameChg>
      </pc:sldChg>
      <pc:sldChg chg="addSp delSp modSp new mod ord setBg addAnim delAnim">
        <pc:chgData name="Khalon Rodney" userId="4f27803adad79339" providerId="LiveId" clId="{A02A73CA-AD03-4032-B1B6-1CECF09FFE76}" dt="2026-10-23T18:58:26.441" v="6615"/>
        <pc:sldMkLst>
          <pc:docMk/>
          <pc:sldMk cId="1100865108" sldId="263"/>
        </pc:sldMkLst>
        <pc:spChg chg="mod">
          <ac:chgData name="Khalon Rodney" userId="4f27803adad79339" providerId="LiveId" clId="{A02A73CA-AD03-4032-B1B6-1CECF09FFE76}" dt="2026-10-23T18:42:49.715" v="5422" actId="26606"/>
          <ac:spMkLst>
            <pc:docMk/>
            <pc:sldMk cId="1100865108" sldId="263"/>
            <ac:spMk id="2" creationId="{27DEA4B1-4C41-BE7E-8273-D6CB68797738}"/>
          </ac:spMkLst>
        </pc:spChg>
        <pc:spChg chg="del">
          <ac:chgData name="Khalon Rodney" userId="4f27803adad79339" providerId="LiveId" clId="{A02A73CA-AD03-4032-B1B6-1CECF09FFE76}" dt="2026-10-23T18:05:57.298" v="2492" actId="478"/>
          <ac:spMkLst>
            <pc:docMk/>
            <pc:sldMk cId="1100865108" sldId="263"/>
            <ac:spMk id="3" creationId="{0336C915-5B26-E5BF-AD51-0AE173E5743D}"/>
          </ac:spMkLst>
        </pc:spChg>
        <pc:spChg chg="add del">
          <ac:chgData name="Khalon Rodney" userId="4f27803adad79339" providerId="LiveId" clId="{A02A73CA-AD03-4032-B1B6-1CECF09FFE76}" dt="2026-10-23T18:06:22.977" v="2497" actId="26606"/>
          <ac:spMkLst>
            <pc:docMk/>
            <pc:sldMk cId="1100865108" sldId="263"/>
            <ac:spMk id="4" creationId="{EFA9B6C6-A247-48A8-9A1C-1E36FA9456B5}"/>
          </ac:spMkLst>
        </pc:spChg>
        <pc:spChg chg="add del">
          <ac:chgData name="Khalon Rodney" userId="4f27803adad79339" providerId="LiveId" clId="{A02A73CA-AD03-4032-B1B6-1CECF09FFE76}" dt="2026-10-23T18:06:22.977" v="2497" actId="26606"/>
          <ac:spMkLst>
            <pc:docMk/>
            <pc:sldMk cId="1100865108" sldId="263"/>
            <ac:spMk id="5" creationId="{C5CB530E-515E-412C-9DF1-5F8FFBD6F383}"/>
          </ac:spMkLst>
        </pc:spChg>
        <pc:spChg chg="add del">
          <ac:chgData name="Khalon Rodney" userId="4f27803adad79339" providerId="LiveId" clId="{A02A73CA-AD03-4032-B1B6-1CECF09FFE76}" dt="2026-10-23T18:06:22.977" v="2497" actId="26606"/>
          <ac:spMkLst>
            <pc:docMk/>
            <pc:sldMk cId="1100865108" sldId="263"/>
            <ac:spMk id="6" creationId="{712D4376-A578-4FF1-94FC-245E7A6A489F}"/>
          </ac:spMkLst>
        </pc:spChg>
        <pc:spChg chg="add del">
          <ac:chgData name="Khalon Rodney" userId="4f27803adad79339" providerId="LiveId" clId="{A02A73CA-AD03-4032-B1B6-1CECF09FFE76}" dt="2026-10-23T18:06:11.266" v="2495" actId="26606"/>
          <ac:spMkLst>
            <pc:docMk/>
            <pc:sldMk cId="1100865108" sldId="263"/>
            <ac:spMk id="7" creationId="{6F5A5072-7B47-4D32-B52A-4EBBF590B8A5}"/>
          </ac:spMkLst>
        </pc:spChg>
        <pc:spChg chg="add del">
          <ac:chgData name="Khalon Rodney" userId="4f27803adad79339" providerId="LiveId" clId="{A02A73CA-AD03-4032-B1B6-1CECF09FFE76}" dt="2026-10-23T18:06:22.977" v="2497" actId="26606"/>
          <ac:spMkLst>
            <pc:docMk/>
            <pc:sldMk cId="1100865108" sldId="263"/>
            <ac:spMk id="8" creationId="{AEA7509D-F04F-40CB-A0B3-EEF16499CC9F}"/>
          </ac:spMkLst>
        </pc:spChg>
        <pc:spChg chg="add del">
          <ac:chgData name="Khalon Rodney" userId="4f27803adad79339" providerId="LiveId" clId="{A02A73CA-AD03-4032-B1B6-1CECF09FFE76}" dt="2026-10-23T18:06:11.266" v="2495" actId="26606"/>
          <ac:spMkLst>
            <pc:docMk/>
            <pc:sldMk cId="1100865108" sldId="263"/>
            <ac:spMk id="9" creationId="{9715DAF0-AE1B-46C9-8A6B-DB2AA05AB91D}"/>
          </ac:spMkLst>
        </pc:spChg>
        <pc:spChg chg="add del">
          <ac:chgData name="Khalon Rodney" userId="4f27803adad79339" providerId="LiveId" clId="{A02A73CA-AD03-4032-B1B6-1CECF09FFE76}" dt="2026-10-23T18:06:11.266" v="2495" actId="26606"/>
          <ac:spMkLst>
            <pc:docMk/>
            <pc:sldMk cId="1100865108" sldId="263"/>
            <ac:spMk id="11" creationId="{6016219D-510E-4184-9090-6D5578A87BD1}"/>
          </ac:spMkLst>
        </pc:spChg>
        <pc:spChg chg="add">
          <ac:chgData name="Khalon Rodney" userId="4f27803adad79339" providerId="LiveId" clId="{A02A73CA-AD03-4032-B1B6-1CECF09FFE76}" dt="2026-10-23T18:06:22.983" v="2498" actId="26606"/>
          <ac:spMkLst>
            <pc:docMk/>
            <pc:sldMk cId="1100865108" sldId="263"/>
            <ac:spMk id="12" creationId="{1A3C89F8-0D2F-47FF-B903-151248265F47}"/>
          </ac:spMkLst>
        </pc:spChg>
        <pc:spChg chg="add del">
          <ac:chgData name="Khalon Rodney" userId="4f27803adad79339" providerId="LiveId" clId="{A02A73CA-AD03-4032-B1B6-1CECF09FFE76}" dt="2026-10-23T18:06:11.266" v="2495" actId="26606"/>
          <ac:spMkLst>
            <pc:docMk/>
            <pc:sldMk cId="1100865108" sldId="263"/>
            <ac:spMk id="13" creationId="{AFF4A713-7B75-4B21-90D7-5AB19547C728}"/>
          </ac:spMkLst>
        </pc:spChg>
        <pc:spChg chg="add del">
          <ac:chgData name="Khalon Rodney" userId="4f27803adad79339" providerId="LiveId" clId="{A02A73CA-AD03-4032-B1B6-1CECF09FFE76}" dt="2026-10-23T18:42:49.715" v="5422" actId="26606"/>
          <ac:spMkLst>
            <pc:docMk/>
            <pc:sldMk cId="1100865108" sldId="263"/>
            <ac:spMk id="14" creationId="{C5CB530E-515E-412C-9DF1-5F8FFBD6F383}"/>
          </ac:spMkLst>
        </pc:spChg>
        <pc:spChg chg="add del">
          <ac:chgData name="Khalon Rodney" userId="4f27803adad79339" providerId="LiveId" clId="{A02A73CA-AD03-4032-B1B6-1CECF09FFE76}" dt="2026-10-23T18:06:11.266" v="2495" actId="26606"/>
          <ac:spMkLst>
            <pc:docMk/>
            <pc:sldMk cId="1100865108" sldId="263"/>
            <ac:spMk id="15" creationId="{DC631C0B-6DA6-4E57-8231-CE32B3434A7E}"/>
          </ac:spMkLst>
        </pc:spChg>
        <pc:spChg chg="add del">
          <ac:chgData name="Khalon Rodney" userId="4f27803adad79339" providerId="LiveId" clId="{A02A73CA-AD03-4032-B1B6-1CECF09FFE76}" dt="2026-10-23T18:42:49.715" v="5422" actId="26606"/>
          <ac:spMkLst>
            <pc:docMk/>
            <pc:sldMk cId="1100865108" sldId="263"/>
            <ac:spMk id="16" creationId="{712D4376-A578-4FF1-94FC-245E7A6A489F}"/>
          </ac:spMkLst>
        </pc:spChg>
        <pc:spChg chg="add del">
          <ac:chgData name="Khalon Rodney" userId="4f27803adad79339" providerId="LiveId" clId="{A02A73CA-AD03-4032-B1B6-1CECF09FFE76}" dt="2026-10-23T18:06:11.266" v="2495" actId="26606"/>
          <ac:spMkLst>
            <pc:docMk/>
            <pc:sldMk cId="1100865108" sldId="263"/>
            <ac:spMk id="17" creationId="{C29501E6-A978-4A61-9689-9085AF97A53A}"/>
          </ac:spMkLst>
        </pc:spChg>
        <pc:spChg chg="add del">
          <ac:chgData name="Khalon Rodney" userId="4f27803adad79339" providerId="LiveId" clId="{A02A73CA-AD03-4032-B1B6-1CECF09FFE76}" dt="2026-10-23T18:42:49.715" v="5422" actId="26606"/>
          <ac:spMkLst>
            <pc:docMk/>
            <pc:sldMk cId="1100865108" sldId="263"/>
            <ac:spMk id="18" creationId="{AEA7509D-F04F-40CB-A0B3-EEF16499CC9F}"/>
          </ac:spMkLst>
        </pc:spChg>
        <pc:spChg chg="add del">
          <ac:chgData name="Khalon Rodney" userId="4f27803adad79339" providerId="LiveId" clId="{A02A73CA-AD03-4032-B1B6-1CECF09FFE76}" dt="2026-10-23T18:42:49.715" v="5422" actId="26606"/>
          <ac:spMkLst>
            <pc:docMk/>
            <pc:sldMk cId="1100865108" sldId="263"/>
            <ac:spMk id="19" creationId="{3FBAD350-5664-4811-A208-657FB882D350}"/>
          </ac:spMkLst>
        </pc:spChg>
        <pc:spChg chg="add del">
          <ac:chgData name="Khalon Rodney" userId="4f27803adad79339" providerId="LiveId" clId="{A02A73CA-AD03-4032-B1B6-1CECF09FFE76}" dt="2026-10-23T18:42:49.715" v="5422" actId="26606"/>
          <ac:spMkLst>
            <pc:docMk/>
            <pc:sldMk cId="1100865108" sldId="263"/>
            <ac:spMk id="21" creationId="{C39ADB8F-D187-49D7-BDCF-C1B6DC727068}"/>
          </ac:spMkLst>
        </pc:spChg>
        <pc:spChg chg="add del">
          <ac:chgData name="Khalon Rodney" userId="4f27803adad79339" providerId="LiveId" clId="{A02A73CA-AD03-4032-B1B6-1CECF09FFE76}" dt="2026-10-23T18:42:49.715" v="5422" actId="26606"/>
          <ac:spMkLst>
            <pc:docMk/>
            <pc:sldMk cId="1100865108" sldId="263"/>
            <ac:spMk id="22" creationId="{508BEF50-7B1E-49A4-BC19-5F4F1D755E64}"/>
          </ac:spMkLst>
        </pc:spChg>
        <pc:spChg chg="add mod">
          <ac:chgData name="Khalon Rodney" userId="4f27803adad79339" providerId="LiveId" clId="{A02A73CA-AD03-4032-B1B6-1CECF09FFE76}" dt="2026-10-23T18:42:56.612" v="5423" actId="255"/>
          <ac:spMkLst>
            <pc:docMk/>
            <pc:sldMk cId="1100865108" sldId="263"/>
            <ac:spMk id="23" creationId="{E7DE4F8F-9963-2EB1-1122-EE59CDCEAC8D}"/>
          </ac:spMkLst>
        </pc:spChg>
        <pc:spChg chg="add del">
          <ac:chgData name="Khalon Rodney" userId="4f27803adad79339" providerId="LiveId" clId="{A02A73CA-AD03-4032-B1B6-1CECF09FFE76}" dt="2026-10-23T18:42:49.710" v="5421" actId="26606"/>
          <ac:spMkLst>
            <pc:docMk/>
            <pc:sldMk cId="1100865108" sldId="263"/>
            <ac:spMk id="28" creationId="{E92FEB64-6EEA-4759-B4A4-BD2C1E660BA8}"/>
          </ac:spMkLst>
        </pc:spChg>
        <pc:spChg chg="add">
          <ac:chgData name="Khalon Rodney" userId="4f27803adad79339" providerId="LiveId" clId="{A02A73CA-AD03-4032-B1B6-1CECF09FFE76}" dt="2026-10-23T18:42:49.715" v="5422" actId="26606"/>
          <ac:spMkLst>
            <pc:docMk/>
            <pc:sldMk cId="1100865108" sldId="263"/>
            <ac:spMk id="29" creationId="{AE3A741D-C19B-960A-5803-1C5887147820}"/>
          </ac:spMkLst>
        </pc:spChg>
        <pc:spChg chg="add">
          <ac:chgData name="Khalon Rodney" userId="4f27803adad79339" providerId="LiveId" clId="{A02A73CA-AD03-4032-B1B6-1CECF09FFE76}" dt="2026-10-23T18:42:49.715" v="5422" actId="26606"/>
          <ac:spMkLst>
            <pc:docMk/>
            <pc:sldMk cId="1100865108" sldId="263"/>
            <ac:spMk id="31" creationId="{DC39DE25-0E4E-0AA7-0932-1D78C2372786}"/>
          </ac:spMkLst>
        </pc:spChg>
        <pc:spChg chg="add del">
          <ac:chgData name="Khalon Rodney" userId="4f27803adad79339" providerId="LiveId" clId="{A02A73CA-AD03-4032-B1B6-1CECF09FFE76}" dt="2026-10-23T18:42:49.710" v="5421" actId="26606"/>
          <ac:spMkLst>
            <pc:docMk/>
            <pc:sldMk cId="1100865108" sldId="263"/>
            <ac:spMk id="32" creationId="{14847E93-7DC1-4D4B-8829-B19AA7137C50}"/>
          </ac:spMkLst>
        </pc:spChg>
        <pc:spChg chg="add del">
          <ac:chgData name="Khalon Rodney" userId="4f27803adad79339" providerId="LiveId" clId="{A02A73CA-AD03-4032-B1B6-1CECF09FFE76}" dt="2026-10-23T18:42:49.710" v="5421" actId="26606"/>
          <ac:spMkLst>
            <pc:docMk/>
            <pc:sldMk cId="1100865108" sldId="263"/>
            <ac:spMk id="34" creationId="{5566D6E1-03A1-4D73-A4E0-35D74D568A04}"/>
          </ac:spMkLst>
        </pc:spChg>
        <pc:spChg chg="add del">
          <ac:chgData name="Khalon Rodney" userId="4f27803adad79339" providerId="LiveId" clId="{A02A73CA-AD03-4032-B1B6-1CECF09FFE76}" dt="2026-10-23T18:42:49.710" v="5421" actId="26606"/>
          <ac:spMkLst>
            <pc:docMk/>
            <pc:sldMk cId="1100865108" sldId="263"/>
            <ac:spMk id="36" creationId="{9F835A99-04AC-494A-A572-AFE8413CC938}"/>
          </ac:spMkLst>
        </pc:spChg>
        <pc:spChg chg="add del">
          <ac:chgData name="Khalon Rodney" userId="4f27803adad79339" providerId="LiveId" clId="{A02A73CA-AD03-4032-B1B6-1CECF09FFE76}" dt="2026-10-23T18:42:49.710" v="5421" actId="26606"/>
          <ac:spMkLst>
            <pc:docMk/>
            <pc:sldMk cId="1100865108" sldId="263"/>
            <ac:spMk id="38" creationId="{7B786209-1B0B-4CA9-9BDD-F7327066A84D}"/>
          </ac:spMkLst>
        </pc:spChg>
        <pc:cxnChg chg="add del">
          <ac:chgData name="Khalon Rodney" userId="4f27803adad79339" providerId="LiveId" clId="{A02A73CA-AD03-4032-B1B6-1CECF09FFE76}" dt="2026-10-23T18:06:22.977" v="2497" actId="26606"/>
          <ac:cxnSpMkLst>
            <pc:docMk/>
            <pc:sldMk cId="1100865108" sldId="263"/>
            <ac:cxnSpMk id="10" creationId="{56020367-4FD5-4596-8E10-C5F095CD8DBF}"/>
          </ac:cxnSpMkLst>
        </pc:cxnChg>
        <pc:cxnChg chg="add">
          <ac:chgData name="Khalon Rodney" userId="4f27803adad79339" providerId="LiveId" clId="{A02A73CA-AD03-4032-B1B6-1CECF09FFE76}" dt="2026-10-23T18:06:22.983" v="2498" actId="26606"/>
          <ac:cxnSpMkLst>
            <pc:docMk/>
            <pc:sldMk cId="1100865108" sldId="263"/>
            <ac:cxnSpMk id="20" creationId="{56020367-4FD5-4596-8E10-C5F095CD8DBF}"/>
          </ac:cxnSpMkLst>
        </pc:cxnChg>
      </pc:sldChg>
      <pc:sldChg chg="addSp delSp modSp new mod setBg modNotesTx">
        <pc:chgData name="Khalon Rodney" userId="4f27803adad79339" providerId="LiveId" clId="{A02A73CA-AD03-4032-B1B6-1CECF09FFE76}" dt="2026-10-23T19:14:28.713" v="7796" actId="20577"/>
        <pc:sldMkLst>
          <pc:docMk/>
          <pc:sldMk cId="3788855948" sldId="264"/>
        </pc:sldMkLst>
        <pc:spChg chg="mod">
          <ac:chgData name="Khalon Rodney" userId="4f27803adad79339" providerId="LiveId" clId="{A02A73CA-AD03-4032-B1B6-1CECF09FFE76}" dt="2026-10-23T18:12:12.805" v="3134" actId="26606"/>
          <ac:spMkLst>
            <pc:docMk/>
            <pc:sldMk cId="3788855948" sldId="264"/>
            <ac:spMk id="2" creationId="{B504C95F-D06A-1532-57E4-5D60A58379C3}"/>
          </ac:spMkLst>
        </pc:spChg>
        <pc:spChg chg="add del mod">
          <ac:chgData name="Khalon Rodney" userId="4f27803adad79339" providerId="LiveId" clId="{A02A73CA-AD03-4032-B1B6-1CECF09FFE76}" dt="2026-10-23T18:11:20.190" v="3125" actId="26606"/>
          <ac:spMkLst>
            <pc:docMk/>
            <pc:sldMk cId="3788855948" sldId="264"/>
            <ac:spMk id="3" creationId="{C92AF96F-7994-01E6-B631-612910348FE2}"/>
          </ac:spMkLst>
        </pc:spChg>
        <pc:spChg chg="add del">
          <ac:chgData name="Khalon Rodney" userId="4f27803adad79339" providerId="LiveId" clId="{A02A73CA-AD03-4032-B1B6-1CECF09FFE76}" dt="2026-10-23T18:12:12.829" v="3135" actId="26606"/>
          <ac:spMkLst>
            <pc:docMk/>
            <pc:sldMk cId="3788855948" sldId="264"/>
            <ac:spMk id="6" creationId="{BACC6370-2D7E-4714-9D71-7542949D7D5D}"/>
          </ac:spMkLst>
        </pc:spChg>
        <pc:spChg chg="add del">
          <ac:chgData name="Khalon Rodney" userId="4f27803adad79339" providerId="LiveId" clId="{A02A73CA-AD03-4032-B1B6-1CECF09FFE76}" dt="2026-10-23T18:12:12.829" v="3135" actId="26606"/>
          <ac:spMkLst>
            <pc:docMk/>
            <pc:sldMk cId="3788855948" sldId="264"/>
            <ac:spMk id="7" creationId="{F68B3F68-107C-434F-AA38-110D5EA91B85}"/>
          </ac:spMkLst>
        </pc:spChg>
        <pc:spChg chg="add del">
          <ac:chgData name="Khalon Rodney" userId="4f27803adad79339" providerId="LiveId" clId="{A02A73CA-AD03-4032-B1B6-1CECF09FFE76}" dt="2026-10-23T18:12:12.829" v="3135" actId="26606"/>
          <ac:spMkLst>
            <pc:docMk/>
            <pc:sldMk cId="3788855948" sldId="264"/>
            <ac:spMk id="8" creationId="{AAD0DBB9-1A4B-4391-81D4-CB19F9AB918A}"/>
          </ac:spMkLst>
        </pc:spChg>
        <pc:spChg chg="add del">
          <ac:chgData name="Khalon Rodney" userId="4f27803adad79339" providerId="LiveId" clId="{A02A73CA-AD03-4032-B1B6-1CECF09FFE76}" dt="2026-10-23T18:10:19.715" v="2971" actId="26606"/>
          <ac:spMkLst>
            <pc:docMk/>
            <pc:sldMk cId="3788855948" sldId="264"/>
            <ac:spMk id="9" creationId="{BACC6370-2D7E-4714-9D71-7542949D7D5D}"/>
          </ac:spMkLst>
        </pc:spChg>
        <pc:spChg chg="add del">
          <ac:chgData name="Khalon Rodney" userId="4f27803adad79339" providerId="LiveId" clId="{A02A73CA-AD03-4032-B1B6-1CECF09FFE76}" dt="2026-10-23T18:12:12.829" v="3135" actId="26606"/>
          <ac:spMkLst>
            <pc:docMk/>
            <pc:sldMk cId="3788855948" sldId="264"/>
            <ac:spMk id="10" creationId="{063BBA22-50EA-4C4D-BE05-F1CE4E63AA56}"/>
          </ac:spMkLst>
        </pc:spChg>
        <pc:spChg chg="add del">
          <ac:chgData name="Khalon Rodney" userId="4f27803adad79339" providerId="LiveId" clId="{A02A73CA-AD03-4032-B1B6-1CECF09FFE76}" dt="2026-10-23T18:10:19.715" v="2971" actId="26606"/>
          <ac:spMkLst>
            <pc:docMk/>
            <pc:sldMk cId="3788855948" sldId="264"/>
            <ac:spMk id="11" creationId="{F68B3F68-107C-434F-AA38-110D5EA91B85}"/>
          </ac:spMkLst>
        </pc:spChg>
        <pc:spChg chg="add del">
          <ac:chgData name="Khalon Rodney" userId="4f27803adad79339" providerId="LiveId" clId="{A02A73CA-AD03-4032-B1B6-1CECF09FFE76}" dt="2026-10-23T18:10:19.715" v="2971" actId="26606"/>
          <ac:spMkLst>
            <pc:docMk/>
            <pc:sldMk cId="3788855948" sldId="264"/>
            <ac:spMk id="13" creationId="{AAD0DBB9-1A4B-4391-81D4-CB19F9AB918A}"/>
          </ac:spMkLst>
        </pc:spChg>
        <pc:spChg chg="add del">
          <ac:chgData name="Khalon Rodney" userId="4f27803adad79339" providerId="LiveId" clId="{A02A73CA-AD03-4032-B1B6-1CECF09FFE76}" dt="2026-10-23T18:10:19.715" v="2971" actId="26606"/>
          <ac:spMkLst>
            <pc:docMk/>
            <pc:sldMk cId="3788855948" sldId="264"/>
            <ac:spMk id="15" creationId="{063BBA22-50EA-4C4D-BE05-F1CE4E63AA56}"/>
          </ac:spMkLst>
        </pc:spChg>
        <pc:spChg chg="add del">
          <ac:chgData name="Khalon Rodney" userId="4f27803adad79339" providerId="LiveId" clId="{A02A73CA-AD03-4032-B1B6-1CECF09FFE76}" dt="2026-10-23T18:12:10.923" v="3132" actId="26606"/>
          <ac:spMkLst>
            <pc:docMk/>
            <pc:sldMk cId="3788855948" sldId="264"/>
            <ac:spMk id="17" creationId="{BACC6370-2D7E-4714-9D71-7542949D7D5D}"/>
          </ac:spMkLst>
        </pc:spChg>
        <pc:spChg chg="add del">
          <ac:chgData name="Khalon Rodney" userId="4f27803adad79339" providerId="LiveId" clId="{A02A73CA-AD03-4032-B1B6-1CECF09FFE76}" dt="2026-10-23T18:12:12.805" v="3134" actId="26606"/>
          <ac:spMkLst>
            <pc:docMk/>
            <pc:sldMk cId="3788855948" sldId="264"/>
            <ac:spMk id="18" creationId="{257363FD-7E77-4145-9483-331A807ADF0E}"/>
          </ac:spMkLst>
        </pc:spChg>
        <pc:spChg chg="add del">
          <ac:chgData name="Khalon Rodney" userId="4f27803adad79339" providerId="LiveId" clId="{A02A73CA-AD03-4032-B1B6-1CECF09FFE76}" dt="2026-10-23T18:12:10.923" v="3132" actId="26606"/>
          <ac:spMkLst>
            <pc:docMk/>
            <pc:sldMk cId="3788855948" sldId="264"/>
            <ac:spMk id="19" creationId="{F68B3F68-107C-434F-AA38-110D5EA91B85}"/>
          </ac:spMkLst>
        </pc:spChg>
        <pc:spChg chg="add">
          <ac:chgData name="Khalon Rodney" userId="4f27803adad79339" providerId="LiveId" clId="{A02A73CA-AD03-4032-B1B6-1CECF09FFE76}" dt="2026-10-23T18:12:12.829" v="3135" actId="26606"/>
          <ac:spMkLst>
            <pc:docMk/>
            <pc:sldMk cId="3788855948" sldId="264"/>
            <ac:spMk id="20" creationId="{BACC6370-2D7E-4714-9D71-7542949D7D5D}"/>
          </ac:spMkLst>
        </pc:spChg>
        <pc:spChg chg="add del">
          <ac:chgData name="Khalon Rodney" userId="4f27803adad79339" providerId="LiveId" clId="{A02A73CA-AD03-4032-B1B6-1CECF09FFE76}" dt="2026-10-23T18:12:10.923" v="3132" actId="26606"/>
          <ac:spMkLst>
            <pc:docMk/>
            <pc:sldMk cId="3788855948" sldId="264"/>
            <ac:spMk id="21" creationId="{AAD0DBB9-1A4B-4391-81D4-CB19F9AB918A}"/>
          </ac:spMkLst>
        </pc:spChg>
        <pc:spChg chg="add">
          <ac:chgData name="Khalon Rodney" userId="4f27803adad79339" providerId="LiveId" clId="{A02A73CA-AD03-4032-B1B6-1CECF09FFE76}" dt="2026-10-23T18:12:12.829" v="3135" actId="26606"/>
          <ac:spMkLst>
            <pc:docMk/>
            <pc:sldMk cId="3788855948" sldId="264"/>
            <ac:spMk id="22" creationId="{F68B3F68-107C-434F-AA38-110D5EA91B85}"/>
          </ac:spMkLst>
        </pc:spChg>
        <pc:spChg chg="add del">
          <ac:chgData name="Khalon Rodney" userId="4f27803adad79339" providerId="LiveId" clId="{A02A73CA-AD03-4032-B1B6-1CECF09FFE76}" dt="2026-10-23T18:12:10.923" v="3132" actId="26606"/>
          <ac:spMkLst>
            <pc:docMk/>
            <pc:sldMk cId="3788855948" sldId="264"/>
            <ac:spMk id="23" creationId="{063BBA22-50EA-4C4D-BE05-F1CE4E63AA56}"/>
          </ac:spMkLst>
        </pc:spChg>
        <pc:spChg chg="add">
          <ac:chgData name="Khalon Rodney" userId="4f27803adad79339" providerId="LiveId" clId="{A02A73CA-AD03-4032-B1B6-1CECF09FFE76}" dt="2026-10-23T18:12:12.829" v="3135" actId="26606"/>
          <ac:spMkLst>
            <pc:docMk/>
            <pc:sldMk cId="3788855948" sldId="264"/>
            <ac:spMk id="24" creationId="{AAD0DBB9-1A4B-4391-81D4-CB19F9AB918A}"/>
          </ac:spMkLst>
        </pc:spChg>
        <pc:spChg chg="add">
          <ac:chgData name="Khalon Rodney" userId="4f27803adad79339" providerId="LiveId" clId="{A02A73CA-AD03-4032-B1B6-1CECF09FFE76}" dt="2026-10-23T18:12:12.829" v="3135" actId="26606"/>
          <ac:spMkLst>
            <pc:docMk/>
            <pc:sldMk cId="3788855948" sldId="264"/>
            <ac:spMk id="25" creationId="{063BBA22-50EA-4C4D-BE05-F1CE4E63AA56}"/>
          </ac:spMkLst>
        </pc:spChg>
        <pc:graphicFrameChg chg="add del modGraphic">
          <ac:chgData name="Khalon Rodney" userId="4f27803adad79339" providerId="LiveId" clId="{A02A73CA-AD03-4032-B1B6-1CECF09FFE76}" dt="2026-10-23T18:10:19.715" v="2971" actId="26606"/>
          <ac:graphicFrameMkLst>
            <pc:docMk/>
            <pc:sldMk cId="3788855948" sldId="264"/>
            <ac:graphicFrameMk id="5" creationId="{F7455040-B5D5-FB8D-06AE-B376299B5659}"/>
          </ac:graphicFrameMkLst>
        </pc:graphicFrameChg>
        <pc:graphicFrameChg chg="add mod modGraphic">
          <ac:chgData name="Khalon Rodney" userId="4f27803adad79339" providerId="LiveId" clId="{A02A73CA-AD03-4032-B1B6-1CECF09FFE76}" dt="2026-10-23T19:14:23.721" v="7794"/>
          <ac:graphicFrameMkLst>
            <pc:docMk/>
            <pc:sldMk cId="3788855948" sldId="264"/>
            <ac:graphicFrameMk id="12" creationId="{10F8DE16-5C9C-17DC-E5B7-9E11573689D2}"/>
          </ac:graphicFrameMkLst>
        </pc:graphicFrameChg>
        <pc:picChg chg="add del">
          <ac:chgData name="Khalon Rodney" userId="4f27803adad79339" providerId="LiveId" clId="{A02A73CA-AD03-4032-B1B6-1CECF09FFE76}" dt="2026-10-23T18:12:12.805" v="3134" actId="26606"/>
          <ac:picMkLst>
            <pc:docMk/>
            <pc:sldMk cId="3788855948" sldId="264"/>
            <ac:picMk id="14" creationId="{E3F642CB-FE65-E242-53C5-E460455662F5}"/>
          </ac:picMkLst>
        </pc:picChg>
      </pc:sldChg>
      <pc:sldChg chg="addSp delSp modSp new mod setBg setClrOvrMap">
        <pc:chgData name="Khalon Rodney" userId="4f27803adad79339" providerId="LiveId" clId="{A02A73CA-AD03-4032-B1B6-1CECF09FFE76}" dt="2026-10-23T18:07:08.043" v="2536" actId="26606"/>
        <pc:sldMkLst>
          <pc:docMk/>
          <pc:sldMk cId="3993667201" sldId="265"/>
        </pc:sldMkLst>
        <pc:spChg chg="mod">
          <ac:chgData name="Khalon Rodney" userId="4f27803adad79339" providerId="LiveId" clId="{A02A73CA-AD03-4032-B1B6-1CECF09FFE76}" dt="2026-10-23T18:07:08.043" v="2536" actId="26606"/>
          <ac:spMkLst>
            <pc:docMk/>
            <pc:sldMk cId="3993667201" sldId="265"/>
            <ac:spMk id="2" creationId="{73B79B23-5346-8CC9-E856-2CD4F7B50D60}"/>
          </ac:spMkLst>
        </pc:spChg>
        <pc:spChg chg="del">
          <ac:chgData name="Khalon Rodney" userId="4f27803adad79339" providerId="LiveId" clId="{A02A73CA-AD03-4032-B1B6-1CECF09FFE76}" dt="2026-10-23T18:06:34.678" v="2502" actId="478"/>
          <ac:spMkLst>
            <pc:docMk/>
            <pc:sldMk cId="3993667201" sldId="265"/>
            <ac:spMk id="3" creationId="{349A6588-BA67-EBC3-73D7-914A0136E3FC}"/>
          </ac:spMkLst>
        </pc:spChg>
        <pc:spChg chg="add del">
          <ac:chgData name="Khalon Rodney" userId="4f27803adad79339" providerId="LiveId" clId="{A02A73CA-AD03-4032-B1B6-1CECF09FFE76}" dt="2026-10-23T18:07:08.040" v="2535" actId="26606"/>
          <ac:spMkLst>
            <pc:docMk/>
            <pc:sldMk cId="3993667201" sldId="265"/>
            <ac:spMk id="7" creationId="{43C48B49-6135-48B6-AC0F-97E5D8D1F03F}"/>
          </ac:spMkLst>
        </pc:spChg>
        <pc:spChg chg="add del">
          <ac:chgData name="Khalon Rodney" userId="4f27803adad79339" providerId="LiveId" clId="{A02A73CA-AD03-4032-B1B6-1CECF09FFE76}" dt="2026-10-23T18:07:06.915" v="2533" actId="26606"/>
          <ac:spMkLst>
            <pc:docMk/>
            <pc:sldMk cId="3993667201" sldId="265"/>
            <ac:spMk id="9" creationId="{A3363022-C969-41E9-8EB2-E4C94908C1FA}"/>
          </ac:spMkLst>
        </pc:spChg>
        <pc:spChg chg="add del">
          <ac:chgData name="Khalon Rodney" userId="4f27803adad79339" providerId="LiveId" clId="{A02A73CA-AD03-4032-B1B6-1CECF09FFE76}" dt="2026-10-23T18:06:56.364" v="2531" actId="26606"/>
          <ac:spMkLst>
            <pc:docMk/>
            <pc:sldMk cId="3993667201" sldId="265"/>
            <ac:spMk id="11" creationId="{74751229-0244-4FBB-BED1-407467F4C951}"/>
          </ac:spMkLst>
        </pc:spChg>
        <pc:spChg chg="add del">
          <ac:chgData name="Khalon Rodney" userId="4f27803adad79339" providerId="LiveId" clId="{A02A73CA-AD03-4032-B1B6-1CECF09FFE76}" dt="2026-10-23T18:07:06.915" v="2533" actId="26606"/>
          <ac:spMkLst>
            <pc:docMk/>
            <pc:sldMk cId="3993667201" sldId="265"/>
            <ac:spMk id="17" creationId="{8D1AD6B3-BE88-4CEB-BA17-790657CC4729}"/>
          </ac:spMkLst>
        </pc:spChg>
        <pc:spChg chg="add del">
          <ac:chgData name="Khalon Rodney" userId="4f27803adad79339" providerId="LiveId" clId="{A02A73CA-AD03-4032-B1B6-1CECF09FFE76}" dt="2026-10-23T18:07:08.040" v="2535" actId="26606"/>
          <ac:spMkLst>
            <pc:docMk/>
            <pc:sldMk cId="3993667201" sldId="265"/>
            <ac:spMk id="20" creationId="{9715DAF0-AE1B-46C9-8A6B-DB2AA05AB91D}"/>
          </ac:spMkLst>
        </pc:spChg>
        <pc:spChg chg="add del">
          <ac:chgData name="Khalon Rodney" userId="4f27803adad79339" providerId="LiveId" clId="{A02A73CA-AD03-4032-B1B6-1CECF09FFE76}" dt="2026-10-23T18:07:08.040" v="2535" actId="26606"/>
          <ac:spMkLst>
            <pc:docMk/>
            <pc:sldMk cId="3993667201" sldId="265"/>
            <ac:spMk id="21" creationId="{DC631C0B-6DA6-4E57-8231-CE32B3434A7E}"/>
          </ac:spMkLst>
        </pc:spChg>
        <pc:spChg chg="add del">
          <ac:chgData name="Khalon Rodney" userId="4f27803adad79339" providerId="LiveId" clId="{A02A73CA-AD03-4032-B1B6-1CECF09FFE76}" dt="2026-10-23T18:07:08.040" v="2535" actId="26606"/>
          <ac:spMkLst>
            <pc:docMk/>
            <pc:sldMk cId="3993667201" sldId="265"/>
            <ac:spMk id="22" creationId="{F256AC18-FB41-4977-8B0C-F5082335AB7D}"/>
          </ac:spMkLst>
        </pc:spChg>
        <pc:spChg chg="add del">
          <ac:chgData name="Khalon Rodney" userId="4f27803adad79339" providerId="LiveId" clId="{A02A73CA-AD03-4032-B1B6-1CECF09FFE76}" dt="2026-10-23T18:07:08.040" v="2535" actId="26606"/>
          <ac:spMkLst>
            <pc:docMk/>
            <pc:sldMk cId="3993667201" sldId="265"/>
            <ac:spMk id="23" creationId="{AFF4A713-7B75-4B21-90D7-5AB19547C728}"/>
          </ac:spMkLst>
        </pc:spChg>
        <pc:spChg chg="add">
          <ac:chgData name="Khalon Rodney" userId="4f27803adad79339" providerId="LiveId" clId="{A02A73CA-AD03-4032-B1B6-1CECF09FFE76}" dt="2026-10-23T18:07:08.043" v="2536" actId="26606"/>
          <ac:spMkLst>
            <pc:docMk/>
            <pc:sldMk cId="3993667201" sldId="265"/>
            <ac:spMk id="25" creationId="{66B332A4-D438-4773-A77F-5ED49A448D9D}"/>
          </ac:spMkLst>
        </pc:spChg>
        <pc:spChg chg="add">
          <ac:chgData name="Khalon Rodney" userId="4f27803adad79339" providerId="LiveId" clId="{A02A73CA-AD03-4032-B1B6-1CECF09FFE76}" dt="2026-10-23T18:07:08.043" v="2536" actId="26606"/>
          <ac:spMkLst>
            <pc:docMk/>
            <pc:sldMk cId="3993667201" sldId="265"/>
            <ac:spMk id="26" creationId="{DF9AD32D-FF05-44F4-BD4D-9CEE89B71EB9}"/>
          </ac:spMkLst>
        </pc:spChg>
        <pc:grpChg chg="add del">
          <ac:chgData name="Khalon Rodney" userId="4f27803adad79339" providerId="LiveId" clId="{A02A73CA-AD03-4032-B1B6-1CECF09FFE76}" dt="2026-10-23T18:07:06.915" v="2533" actId="26606"/>
          <ac:grpSpMkLst>
            <pc:docMk/>
            <pc:sldMk cId="3993667201" sldId="265"/>
            <ac:grpSpMk id="13" creationId="{89D1390B-7E13-4B4F-9CB2-391063412E54}"/>
          </ac:grpSpMkLst>
        </pc:grpChg>
        <pc:picChg chg="add del">
          <ac:chgData name="Khalon Rodney" userId="4f27803adad79339" providerId="LiveId" clId="{A02A73CA-AD03-4032-B1B6-1CECF09FFE76}" dt="2026-10-23T18:06:56.364" v="2531" actId="26606"/>
          <ac:picMkLst>
            <pc:docMk/>
            <pc:sldMk cId="3993667201" sldId="265"/>
            <ac:picMk id="6" creationId="{80C5898D-7FC1-B0C6-2744-CF5EF55DAF68}"/>
          </ac:picMkLst>
        </pc:picChg>
        <pc:picChg chg="add del">
          <ac:chgData name="Khalon Rodney" userId="4f27803adad79339" providerId="LiveId" clId="{A02A73CA-AD03-4032-B1B6-1CECF09FFE76}" dt="2026-10-23T18:06:56.364" v="2531" actId="26606"/>
          <ac:picMkLst>
            <pc:docMk/>
            <pc:sldMk cId="3993667201" sldId="265"/>
            <ac:picMk id="8" creationId="{305A1939-A283-430E-8B65-56C6A2B2FFC2}"/>
          </ac:picMkLst>
        </pc:picChg>
        <pc:picChg chg="add del">
          <ac:chgData name="Khalon Rodney" userId="4f27803adad79339" providerId="LiveId" clId="{A02A73CA-AD03-4032-B1B6-1CECF09FFE76}" dt="2026-10-23T18:07:06.915" v="2533" actId="26606"/>
          <ac:picMkLst>
            <pc:docMk/>
            <pc:sldMk cId="3993667201" sldId="265"/>
            <ac:picMk id="18" creationId="{EC7A8B5F-1A21-1DFB-62C7-74BEE7695484}"/>
          </ac:picMkLst>
        </pc:picChg>
      </pc:sldChg>
      <pc:sldMasterChg chg="del delSldLayout">
        <pc:chgData name="Khalon Rodney" userId="4f27803adad79339" providerId="LiveId" clId="{A02A73CA-AD03-4032-B1B6-1CECF09FFE76}" dt="2026-10-23T14:37:05.223" v="58" actId="26606"/>
        <pc:sldMasterMkLst>
          <pc:docMk/>
          <pc:sldMasterMk cId="2677078537" sldId="2147483648"/>
        </pc:sldMasterMkLst>
        <pc:sldLayoutChg chg="del">
          <pc:chgData name="Khalon Rodney" userId="4f27803adad79339" providerId="LiveId" clId="{A02A73CA-AD03-4032-B1B6-1CECF09FFE76}" dt="2026-10-23T14:37:05.223" v="58" actId="26606"/>
          <pc:sldLayoutMkLst>
            <pc:docMk/>
            <pc:sldMasterMk cId="2677078537" sldId="2147483648"/>
            <pc:sldLayoutMk cId="1844025354" sldId="2147483649"/>
          </pc:sldLayoutMkLst>
        </pc:sldLayoutChg>
        <pc:sldLayoutChg chg="del">
          <pc:chgData name="Khalon Rodney" userId="4f27803adad79339" providerId="LiveId" clId="{A02A73CA-AD03-4032-B1B6-1CECF09FFE76}" dt="2026-10-23T14:37:05.223" v="58" actId="26606"/>
          <pc:sldLayoutMkLst>
            <pc:docMk/>
            <pc:sldMasterMk cId="2677078537" sldId="2147483648"/>
            <pc:sldLayoutMk cId="4174428979" sldId="2147483650"/>
          </pc:sldLayoutMkLst>
        </pc:sldLayoutChg>
        <pc:sldLayoutChg chg="del">
          <pc:chgData name="Khalon Rodney" userId="4f27803adad79339" providerId="LiveId" clId="{A02A73CA-AD03-4032-B1B6-1CECF09FFE76}" dt="2026-10-23T14:37:05.223" v="58" actId="26606"/>
          <pc:sldLayoutMkLst>
            <pc:docMk/>
            <pc:sldMasterMk cId="2677078537" sldId="2147483648"/>
            <pc:sldLayoutMk cId="3358064939" sldId="2147483651"/>
          </pc:sldLayoutMkLst>
        </pc:sldLayoutChg>
        <pc:sldLayoutChg chg="del">
          <pc:chgData name="Khalon Rodney" userId="4f27803adad79339" providerId="LiveId" clId="{A02A73CA-AD03-4032-B1B6-1CECF09FFE76}" dt="2026-10-23T14:37:05.223" v="58" actId="26606"/>
          <pc:sldLayoutMkLst>
            <pc:docMk/>
            <pc:sldMasterMk cId="2677078537" sldId="2147483648"/>
            <pc:sldLayoutMk cId="58258809" sldId="2147483652"/>
          </pc:sldLayoutMkLst>
        </pc:sldLayoutChg>
        <pc:sldLayoutChg chg="del">
          <pc:chgData name="Khalon Rodney" userId="4f27803adad79339" providerId="LiveId" clId="{A02A73CA-AD03-4032-B1B6-1CECF09FFE76}" dt="2026-10-23T14:37:05.223" v="58" actId="26606"/>
          <pc:sldLayoutMkLst>
            <pc:docMk/>
            <pc:sldMasterMk cId="2677078537" sldId="2147483648"/>
            <pc:sldLayoutMk cId="1811187026" sldId="2147483653"/>
          </pc:sldLayoutMkLst>
        </pc:sldLayoutChg>
        <pc:sldLayoutChg chg="del">
          <pc:chgData name="Khalon Rodney" userId="4f27803adad79339" providerId="LiveId" clId="{A02A73CA-AD03-4032-B1B6-1CECF09FFE76}" dt="2026-10-23T14:37:05.223" v="58" actId="26606"/>
          <pc:sldLayoutMkLst>
            <pc:docMk/>
            <pc:sldMasterMk cId="2677078537" sldId="2147483648"/>
            <pc:sldLayoutMk cId="2007745393" sldId="2147483654"/>
          </pc:sldLayoutMkLst>
        </pc:sldLayoutChg>
        <pc:sldLayoutChg chg="del">
          <pc:chgData name="Khalon Rodney" userId="4f27803adad79339" providerId="LiveId" clId="{A02A73CA-AD03-4032-B1B6-1CECF09FFE76}" dt="2026-10-23T14:37:05.223" v="58" actId="26606"/>
          <pc:sldLayoutMkLst>
            <pc:docMk/>
            <pc:sldMasterMk cId="2677078537" sldId="2147483648"/>
            <pc:sldLayoutMk cId="54048493" sldId="2147483655"/>
          </pc:sldLayoutMkLst>
        </pc:sldLayoutChg>
        <pc:sldLayoutChg chg="del">
          <pc:chgData name="Khalon Rodney" userId="4f27803adad79339" providerId="LiveId" clId="{A02A73CA-AD03-4032-B1B6-1CECF09FFE76}" dt="2026-10-23T14:37:05.223" v="58" actId="26606"/>
          <pc:sldLayoutMkLst>
            <pc:docMk/>
            <pc:sldMasterMk cId="2677078537" sldId="2147483648"/>
            <pc:sldLayoutMk cId="611721498" sldId="2147483656"/>
          </pc:sldLayoutMkLst>
        </pc:sldLayoutChg>
        <pc:sldLayoutChg chg="del">
          <pc:chgData name="Khalon Rodney" userId="4f27803adad79339" providerId="LiveId" clId="{A02A73CA-AD03-4032-B1B6-1CECF09FFE76}" dt="2026-10-23T14:37:05.223" v="58" actId="26606"/>
          <pc:sldLayoutMkLst>
            <pc:docMk/>
            <pc:sldMasterMk cId="2677078537" sldId="2147483648"/>
            <pc:sldLayoutMk cId="3718634160" sldId="2147483657"/>
          </pc:sldLayoutMkLst>
        </pc:sldLayoutChg>
        <pc:sldLayoutChg chg="del">
          <pc:chgData name="Khalon Rodney" userId="4f27803adad79339" providerId="LiveId" clId="{A02A73CA-AD03-4032-B1B6-1CECF09FFE76}" dt="2026-10-23T14:37:05.223" v="58" actId="26606"/>
          <pc:sldLayoutMkLst>
            <pc:docMk/>
            <pc:sldMasterMk cId="2677078537" sldId="2147483648"/>
            <pc:sldLayoutMk cId="3477769769" sldId="2147483658"/>
          </pc:sldLayoutMkLst>
        </pc:sldLayoutChg>
        <pc:sldLayoutChg chg="del">
          <pc:chgData name="Khalon Rodney" userId="4f27803adad79339" providerId="LiveId" clId="{A02A73CA-AD03-4032-B1B6-1CECF09FFE76}" dt="2026-10-23T14:37:05.223" v="58" actId="26606"/>
          <pc:sldLayoutMkLst>
            <pc:docMk/>
            <pc:sldMasterMk cId="2677078537" sldId="2147483648"/>
            <pc:sldLayoutMk cId="150079132" sldId="2147483659"/>
          </pc:sldLayoutMkLst>
        </pc:sldLayoutChg>
      </pc:sldMasterChg>
      <pc:sldMasterChg chg="add del addSldLayout delSldLayout">
        <pc:chgData name="Khalon Rodney" userId="4f27803adad79339" providerId="LiveId" clId="{A02A73CA-AD03-4032-B1B6-1CECF09FFE76}" dt="2026-10-23T14:39:35.596" v="68" actId="26606"/>
        <pc:sldMasterMkLst>
          <pc:docMk/>
          <pc:sldMasterMk cId="3320794841" sldId="2147483673"/>
        </pc:sldMasterMkLst>
        <pc:sldLayoutChg chg="add del">
          <pc:chgData name="Khalon Rodney" userId="4f27803adad79339" providerId="LiveId" clId="{A02A73CA-AD03-4032-B1B6-1CECF09FFE76}" dt="2026-10-23T14:39:35.596" v="68" actId="26606"/>
          <pc:sldLayoutMkLst>
            <pc:docMk/>
            <pc:sldMasterMk cId="3320794841" sldId="2147483673"/>
            <pc:sldLayoutMk cId="3028639870" sldId="2147483662"/>
          </pc:sldLayoutMkLst>
        </pc:sldLayoutChg>
        <pc:sldLayoutChg chg="add del">
          <pc:chgData name="Khalon Rodney" userId="4f27803adad79339" providerId="LiveId" clId="{A02A73CA-AD03-4032-B1B6-1CECF09FFE76}" dt="2026-10-23T14:39:35.596" v="68" actId="26606"/>
          <pc:sldLayoutMkLst>
            <pc:docMk/>
            <pc:sldMasterMk cId="3320794841" sldId="2147483673"/>
            <pc:sldLayoutMk cId="3358073477" sldId="2147483663"/>
          </pc:sldLayoutMkLst>
        </pc:sldLayoutChg>
        <pc:sldLayoutChg chg="add del">
          <pc:chgData name="Khalon Rodney" userId="4f27803adad79339" providerId="LiveId" clId="{A02A73CA-AD03-4032-B1B6-1CECF09FFE76}" dt="2026-10-23T14:39:35.596" v="68" actId="26606"/>
          <pc:sldLayoutMkLst>
            <pc:docMk/>
            <pc:sldMasterMk cId="3320794841" sldId="2147483673"/>
            <pc:sldLayoutMk cId="649455934" sldId="2147483664"/>
          </pc:sldLayoutMkLst>
        </pc:sldLayoutChg>
        <pc:sldLayoutChg chg="add del">
          <pc:chgData name="Khalon Rodney" userId="4f27803adad79339" providerId="LiveId" clId="{A02A73CA-AD03-4032-B1B6-1CECF09FFE76}" dt="2026-10-23T14:39:35.596" v="68" actId="26606"/>
          <pc:sldLayoutMkLst>
            <pc:docMk/>
            <pc:sldMasterMk cId="3320794841" sldId="2147483673"/>
            <pc:sldLayoutMk cId="1364247648" sldId="2147483665"/>
          </pc:sldLayoutMkLst>
        </pc:sldLayoutChg>
        <pc:sldLayoutChg chg="add del">
          <pc:chgData name="Khalon Rodney" userId="4f27803adad79339" providerId="LiveId" clId="{A02A73CA-AD03-4032-B1B6-1CECF09FFE76}" dt="2026-10-23T14:39:35.596" v="68" actId="26606"/>
          <pc:sldLayoutMkLst>
            <pc:docMk/>
            <pc:sldMasterMk cId="3320794841" sldId="2147483673"/>
            <pc:sldLayoutMk cId="1522507629" sldId="2147483666"/>
          </pc:sldLayoutMkLst>
        </pc:sldLayoutChg>
        <pc:sldLayoutChg chg="add del">
          <pc:chgData name="Khalon Rodney" userId="4f27803adad79339" providerId="LiveId" clId="{A02A73CA-AD03-4032-B1B6-1CECF09FFE76}" dt="2026-10-23T14:39:35.596" v="68" actId="26606"/>
          <pc:sldLayoutMkLst>
            <pc:docMk/>
            <pc:sldMasterMk cId="3320794841" sldId="2147483673"/>
            <pc:sldLayoutMk cId="1626222335" sldId="2147483667"/>
          </pc:sldLayoutMkLst>
        </pc:sldLayoutChg>
        <pc:sldLayoutChg chg="add del">
          <pc:chgData name="Khalon Rodney" userId="4f27803adad79339" providerId="LiveId" clId="{A02A73CA-AD03-4032-B1B6-1CECF09FFE76}" dt="2026-10-23T14:39:35.596" v="68" actId="26606"/>
          <pc:sldLayoutMkLst>
            <pc:docMk/>
            <pc:sldMasterMk cId="3320794841" sldId="2147483673"/>
            <pc:sldLayoutMk cId="3158154380" sldId="2147483668"/>
          </pc:sldLayoutMkLst>
        </pc:sldLayoutChg>
        <pc:sldLayoutChg chg="add del">
          <pc:chgData name="Khalon Rodney" userId="4f27803adad79339" providerId="LiveId" clId="{A02A73CA-AD03-4032-B1B6-1CECF09FFE76}" dt="2026-10-23T14:39:35.596" v="68" actId="26606"/>
          <pc:sldLayoutMkLst>
            <pc:docMk/>
            <pc:sldMasterMk cId="3320794841" sldId="2147483673"/>
            <pc:sldLayoutMk cId="2795344260" sldId="2147483669"/>
          </pc:sldLayoutMkLst>
        </pc:sldLayoutChg>
        <pc:sldLayoutChg chg="add del">
          <pc:chgData name="Khalon Rodney" userId="4f27803adad79339" providerId="LiveId" clId="{A02A73CA-AD03-4032-B1B6-1CECF09FFE76}" dt="2026-10-23T14:39:35.596" v="68" actId="26606"/>
          <pc:sldLayoutMkLst>
            <pc:docMk/>
            <pc:sldMasterMk cId="3320794841" sldId="2147483673"/>
            <pc:sldLayoutMk cId="318605576" sldId="2147483670"/>
          </pc:sldLayoutMkLst>
        </pc:sldLayoutChg>
        <pc:sldLayoutChg chg="add del">
          <pc:chgData name="Khalon Rodney" userId="4f27803adad79339" providerId="LiveId" clId="{A02A73CA-AD03-4032-B1B6-1CECF09FFE76}" dt="2026-10-23T14:39:35.596" v="68" actId="26606"/>
          <pc:sldLayoutMkLst>
            <pc:docMk/>
            <pc:sldMasterMk cId="3320794841" sldId="2147483673"/>
            <pc:sldLayoutMk cId="1662596268" sldId="2147483671"/>
          </pc:sldLayoutMkLst>
        </pc:sldLayoutChg>
        <pc:sldLayoutChg chg="add del">
          <pc:chgData name="Khalon Rodney" userId="4f27803adad79339" providerId="LiveId" clId="{A02A73CA-AD03-4032-B1B6-1CECF09FFE76}" dt="2026-10-23T14:39:35.596" v="68" actId="26606"/>
          <pc:sldLayoutMkLst>
            <pc:docMk/>
            <pc:sldMasterMk cId="3320794841" sldId="2147483673"/>
            <pc:sldLayoutMk cId="2025045347" sldId="2147483672"/>
          </pc:sldLayoutMkLst>
        </pc:sldLayoutChg>
      </pc:sldMasterChg>
      <pc:sldMasterChg chg="add del addSldLayout delSldLayout">
        <pc:chgData name="Khalon Rodney" userId="4f27803adad79339" providerId="LiveId" clId="{A02A73CA-AD03-4032-B1B6-1CECF09FFE76}" dt="2026-10-23T14:39:35.475" v="67" actId="26606"/>
        <pc:sldMasterMkLst>
          <pc:docMk/>
          <pc:sldMasterMk cId="902607535" sldId="2147483726"/>
        </pc:sldMasterMkLst>
        <pc:sldLayoutChg chg="add del">
          <pc:chgData name="Khalon Rodney" userId="4f27803adad79339" providerId="LiveId" clId="{A02A73CA-AD03-4032-B1B6-1CECF09FFE76}" dt="2026-10-23T14:39:35.475" v="67" actId="26606"/>
          <pc:sldLayoutMkLst>
            <pc:docMk/>
            <pc:sldMasterMk cId="902607535" sldId="2147483726"/>
            <pc:sldLayoutMk cId="1759083730" sldId="2147483715"/>
          </pc:sldLayoutMkLst>
        </pc:sldLayoutChg>
        <pc:sldLayoutChg chg="add del">
          <pc:chgData name="Khalon Rodney" userId="4f27803adad79339" providerId="LiveId" clId="{A02A73CA-AD03-4032-B1B6-1CECF09FFE76}" dt="2026-10-23T14:39:35.475" v="67" actId="26606"/>
          <pc:sldLayoutMkLst>
            <pc:docMk/>
            <pc:sldMasterMk cId="902607535" sldId="2147483726"/>
            <pc:sldLayoutMk cId="3003538206" sldId="2147483716"/>
          </pc:sldLayoutMkLst>
        </pc:sldLayoutChg>
        <pc:sldLayoutChg chg="add del">
          <pc:chgData name="Khalon Rodney" userId="4f27803adad79339" providerId="LiveId" clId="{A02A73CA-AD03-4032-B1B6-1CECF09FFE76}" dt="2026-10-23T14:39:35.475" v="67" actId="26606"/>
          <pc:sldLayoutMkLst>
            <pc:docMk/>
            <pc:sldMasterMk cId="902607535" sldId="2147483726"/>
            <pc:sldLayoutMk cId="3892954175" sldId="2147483717"/>
          </pc:sldLayoutMkLst>
        </pc:sldLayoutChg>
        <pc:sldLayoutChg chg="add del">
          <pc:chgData name="Khalon Rodney" userId="4f27803adad79339" providerId="LiveId" clId="{A02A73CA-AD03-4032-B1B6-1CECF09FFE76}" dt="2026-10-23T14:39:35.475" v="67" actId="26606"/>
          <pc:sldLayoutMkLst>
            <pc:docMk/>
            <pc:sldMasterMk cId="902607535" sldId="2147483726"/>
            <pc:sldLayoutMk cId="193824016" sldId="2147483718"/>
          </pc:sldLayoutMkLst>
        </pc:sldLayoutChg>
        <pc:sldLayoutChg chg="add del">
          <pc:chgData name="Khalon Rodney" userId="4f27803adad79339" providerId="LiveId" clId="{A02A73CA-AD03-4032-B1B6-1CECF09FFE76}" dt="2026-10-23T14:39:35.475" v="67" actId="26606"/>
          <pc:sldLayoutMkLst>
            <pc:docMk/>
            <pc:sldMasterMk cId="902607535" sldId="2147483726"/>
            <pc:sldLayoutMk cId="2166912339" sldId="2147483719"/>
          </pc:sldLayoutMkLst>
        </pc:sldLayoutChg>
        <pc:sldLayoutChg chg="add del">
          <pc:chgData name="Khalon Rodney" userId="4f27803adad79339" providerId="LiveId" clId="{A02A73CA-AD03-4032-B1B6-1CECF09FFE76}" dt="2026-10-23T14:39:35.475" v="67" actId="26606"/>
          <pc:sldLayoutMkLst>
            <pc:docMk/>
            <pc:sldMasterMk cId="902607535" sldId="2147483726"/>
            <pc:sldLayoutMk cId="1010631332" sldId="2147483720"/>
          </pc:sldLayoutMkLst>
        </pc:sldLayoutChg>
        <pc:sldLayoutChg chg="add del">
          <pc:chgData name="Khalon Rodney" userId="4f27803adad79339" providerId="LiveId" clId="{A02A73CA-AD03-4032-B1B6-1CECF09FFE76}" dt="2026-10-23T14:39:35.475" v="67" actId="26606"/>
          <pc:sldLayoutMkLst>
            <pc:docMk/>
            <pc:sldMasterMk cId="902607535" sldId="2147483726"/>
            <pc:sldLayoutMk cId="402005232" sldId="2147483721"/>
          </pc:sldLayoutMkLst>
        </pc:sldLayoutChg>
        <pc:sldLayoutChg chg="add del">
          <pc:chgData name="Khalon Rodney" userId="4f27803adad79339" providerId="LiveId" clId="{A02A73CA-AD03-4032-B1B6-1CECF09FFE76}" dt="2026-10-23T14:39:35.475" v="67" actId="26606"/>
          <pc:sldLayoutMkLst>
            <pc:docMk/>
            <pc:sldMasterMk cId="902607535" sldId="2147483726"/>
            <pc:sldLayoutMk cId="4282012319" sldId="2147483722"/>
          </pc:sldLayoutMkLst>
        </pc:sldLayoutChg>
        <pc:sldLayoutChg chg="add del">
          <pc:chgData name="Khalon Rodney" userId="4f27803adad79339" providerId="LiveId" clId="{A02A73CA-AD03-4032-B1B6-1CECF09FFE76}" dt="2026-10-23T14:39:35.475" v="67" actId="26606"/>
          <pc:sldLayoutMkLst>
            <pc:docMk/>
            <pc:sldMasterMk cId="902607535" sldId="2147483726"/>
            <pc:sldLayoutMk cId="2860899651" sldId="2147483723"/>
          </pc:sldLayoutMkLst>
        </pc:sldLayoutChg>
        <pc:sldLayoutChg chg="add del">
          <pc:chgData name="Khalon Rodney" userId="4f27803adad79339" providerId="LiveId" clId="{A02A73CA-AD03-4032-B1B6-1CECF09FFE76}" dt="2026-10-23T14:39:35.475" v="67" actId="26606"/>
          <pc:sldLayoutMkLst>
            <pc:docMk/>
            <pc:sldMasterMk cId="902607535" sldId="2147483726"/>
            <pc:sldLayoutMk cId="3630270978" sldId="2147483724"/>
          </pc:sldLayoutMkLst>
        </pc:sldLayoutChg>
        <pc:sldLayoutChg chg="add del">
          <pc:chgData name="Khalon Rodney" userId="4f27803adad79339" providerId="LiveId" clId="{A02A73CA-AD03-4032-B1B6-1CECF09FFE76}" dt="2026-10-23T14:39:35.475" v="67" actId="26606"/>
          <pc:sldLayoutMkLst>
            <pc:docMk/>
            <pc:sldMasterMk cId="902607535" sldId="2147483726"/>
            <pc:sldLayoutMk cId="3216301520" sldId="2147483725"/>
          </pc:sldLayoutMkLst>
        </pc:sldLayoutChg>
      </pc:sldMasterChg>
      <pc:sldMasterChg chg="add addSldLayout">
        <pc:chgData name="Khalon Rodney" userId="4f27803adad79339" providerId="LiveId" clId="{A02A73CA-AD03-4032-B1B6-1CECF09FFE76}" dt="2026-10-23T14:39:35.596" v="68" actId="26606"/>
        <pc:sldMasterMkLst>
          <pc:docMk/>
          <pc:sldMasterMk cId="3535334138" sldId="2147483739"/>
        </pc:sldMasterMkLst>
        <pc:sldLayoutChg chg="add">
          <pc:chgData name="Khalon Rodney" userId="4f27803adad79339" providerId="LiveId" clId="{A02A73CA-AD03-4032-B1B6-1CECF09FFE76}" dt="2026-10-23T14:39:35.596" v="68" actId="26606"/>
          <pc:sldLayoutMkLst>
            <pc:docMk/>
            <pc:sldMasterMk cId="3535334138" sldId="2147483739"/>
            <pc:sldLayoutMk cId="3561758131" sldId="2147483728"/>
          </pc:sldLayoutMkLst>
        </pc:sldLayoutChg>
        <pc:sldLayoutChg chg="add">
          <pc:chgData name="Khalon Rodney" userId="4f27803adad79339" providerId="LiveId" clId="{A02A73CA-AD03-4032-B1B6-1CECF09FFE76}" dt="2026-10-23T14:39:35.596" v="68" actId="26606"/>
          <pc:sldLayoutMkLst>
            <pc:docMk/>
            <pc:sldMasterMk cId="3535334138" sldId="2147483739"/>
            <pc:sldLayoutMk cId="2742681707" sldId="2147483729"/>
          </pc:sldLayoutMkLst>
        </pc:sldLayoutChg>
        <pc:sldLayoutChg chg="add">
          <pc:chgData name="Khalon Rodney" userId="4f27803adad79339" providerId="LiveId" clId="{A02A73CA-AD03-4032-B1B6-1CECF09FFE76}" dt="2026-10-23T14:39:35.596" v="68" actId="26606"/>
          <pc:sldLayoutMkLst>
            <pc:docMk/>
            <pc:sldMasterMk cId="3535334138" sldId="2147483739"/>
            <pc:sldLayoutMk cId="3339236604" sldId="2147483730"/>
          </pc:sldLayoutMkLst>
        </pc:sldLayoutChg>
        <pc:sldLayoutChg chg="add">
          <pc:chgData name="Khalon Rodney" userId="4f27803adad79339" providerId="LiveId" clId="{A02A73CA-AD03-4032-B1B6-1CECF09FFE76}" dt="2026-10-23T14:39:35.596" v="68" actId="26606"/>
          <pc:sldLayoutMkLst>
            <pc:docMk/>
            <pc:sldMasterMk cId="3535334138" sldId="2147483739"/>
            <pc:sldLayoutMk cId="547167385" sldId="2147483731"/>
          </pc:sldLayoutMkLst>
        </pc:sldLayoutChg>
        <pc:sldLayoutChg chg="add">
          <pc:chgData name="Khalon Rodney" userId="4f27803adad79339" providerId="LiveId" clId="{A02A73CA-AD03-4032-B1B6-1CECF09FFE76}" dt="2026-10-23T14:39:35.596" v="68" actId="26606"/>
          <pc:sldLayoutMkLst>
            <pc:docMk/>
            <pc:sldMasterMk cId="3535334138" sldId="2147483739"/>
            <pc:sldLayoutMk cId="585348665" sldId="2147483732"/>
          </pc:sldLayoutMkLst>
        </pc:sldLayoutChg>
        <pc:sldLayoutChg chg="add">
          <pc:chgData name="Khalon Rodney" userId="4f27803adad79339" providerId="LiveId" clId="{A02A73CA-AD03-4032-B1B6-1CECF09FFE76}" dt="2026-10-23T14:39:35.596" v="68" actId="26606"/>
          <pc:sldLayoutMkLst>
            <pc:docMk/>
            <pc:sldMasterMk cId="3535334138" sldId="2147483739"/>
            <pc:sldLayoutMk cId="2782926458" sldId="2147483733"/>
          </pc:sldLayoutMkLst>
        </pc:sldLayoutChg>
        <pc:sldLayoutChg chg="add">
          <pc:chgData name="Khalon Rodney" userId="4f27803adad79339" providerId="LiveId" clId="{A02A73CA-AD03-4032-B1B6-1CECF09FFE76}" dt="2026-10-23T14:39:35.596" v="68" actId="26606"/>
          <pc:sldLayoutMkLst>
            <pc:docMk/>
            <pc:sldMasterMk cId="3535334138" sldId="2147483739"/>
            <pc:sldLayoutMk cId="266238275" sldId="2147483734"/>
          </pc:sldLayoutMkLst>
        </pc:sldLayoutChg>
        <pc:sldLayoutChg chg="add">
          <pc:chgData name="Khalon Rodney" userId="4f27803adad79339" providerId="LiveId" clId="{A02A73CA-AD03-4032-B1B6-1CECF09FFE76}" dt="2026-10-23T14:39:35.596" v="68" actId="26606"/>
          <pc:sldLayoutMkLst>
            <pc:docMk/>
            <pc:sldMasterMk cId="3535334138" sldId="2147483739"/>
            <pc:sldLayoutMk cId="4195826284" sldId="2147483735"/>
          </pc:sldLayoutMkLst>
        </pc:sldLayoutChg>
        <pc:sldLayoutChg chg="add">
          <pc:chgData name="Khalon Rodney" userId="4f27803adad79339" providerId="LiveId" clId="{A02A73CA-AD03-4032-B1B6-1CECF09FFE76}" dt="2026-10-23T14:39:35.596" v="68" actId="26606"/>
          <pc:sldLayoutMkLst>
            <pc:docMk/>
            <pc:sldMasterMk cId="3535334138" sldId="2147483739"/>
            <pc:sldLayoutMk cId="2579712375" sldId="2147483736"/>
          </pc:sldLayoutMkLst>
        </pc:sldLayoutChg>
        <pc:sldLayoutChg chg="add">
          <pc:chgData name="Khalon Rodney" userId="4f27803adad79339" providerId="LiveId" clId="{A02A73CA-AD03-4032-B1B6-1CECF09FFE76}" dt="2026-10-23T14:39:35.596" v="68" actId="26606"/>
          <pc:sldLayoutMkLst>
            <pc:docMk/>
            <pc:sldMasterMk cId="3535334138" sldId="2147483739"/>
            <pc:sldLayoutMk cId="781251081" sldId="2147483737"/>
          </pc:sldLayoutMkLst>
        </pc:sldLayoutChg>
        <pc:sldLayoutChg chg="add">
          <pc:chgData name="Khalon Rodney" userId="4f27803adad79339" providerId="LiveId" clId="{A02A73CA-AD03-4032-B1B6-1CECF09FFE76}" dt="2026-10-23T14:39:35.596" v="68" actId="26606"/>
          <pc:sldLayoutMkLst>
            <pc:docMk/>
            <pc:sldMasterMk cId="3535334138" sldId="2147483739"/>
            <pc:sldLayoutMk cId="3988689218" sldId="2147483738"/>
          </pc:sldLayoutMkLst>
        </pc:sldLayoutChg>
      </pc:sldMasterChg>
      <pc:sldMasterChg chg="modSldLayout">
        <pc:chgData name="Khalon Rodney" userId="4f27803adad79339" providerId="LiveId" clId="{A02A73CA-AD03-4032-B1B6-1CECF09FFE76}" dt="2026-10-23T17:16:11.828" v="815"/>
        <pc:sldMasterMkLst>
          <pc:docMk/>
          <pc:sldMasterMk cId="3129388803" sldId="2147483836"/>
        </pc:sldMasterMkLst>
        <pc:sldLayoutChg chg="delSp">
          <pc:chgData name="Khalon Rodney" userId="4f27803adad79339" providerId="LiveId" clId="{A02A73CA-AD03-4032-B1B6-1CECF09FFE76}" dt="2026-10-23T17:16:11.828" v="815"/>
          <pc:sldLayoutMkLst>
            <pc:docMk/>
            <pc:sldMasterMk cId="3129388803" sldId="2147483836"/>
            <pc:sldLayoutMk cId="3906023540" sldId="2147483848"/>
          </pc:sldLayoutMkLst>
          <pc:picChg chg="del">
            <ac:chgData name="Khalon Rodney" userId="4f27803adad79339" providerId="LiveId" clId="{A02A73CA-AD03-4032-B1B6-1CECF09FFE76}" dt="2026-10-23T17:16:11.828" v="815"/>
            <ac:picMkLst>
              <pc:docMk/>
              <pc:sldMasterMk cId="3129388803" sldId="2147483836"/>
              <pc:sldLayoutMk cId="3906023540" sldId="2147483848"/>
              <ac:picMk id="7" creationId="{D29E0058-93A2-5291-6ACA-A0430862664F}"/>
            </ac:picMkLst>
          </pc:picChg>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ata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image" Target="../media/image6.sv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C6B2C5-415C-4EBE-9163-3E25DF331F13}"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7533DC1-F0D4-4450-950B-F403BD7B49F5}">
      <dgm:prSet custT="1"/>
      <dgm:spPr/>
      <dgm:t>
        <a:bodyPr/>
        <a:lstStyle/>
        <a:p>
          <a:pPr>
            <a:lnSpc>
              <a:spcPct val="100000"/>
            </a:lnSpc>
          </a:pPr>
          <a:r>
            <a:rPr lang="en-US" sz="2000" dirty="0"/>
            <a:t>A Full-stack 3-tier web app for buying and managing insurance online </a:t>
          </a:r>
        </a:p>
      </dgm:t>
    </dgm:pt>
    <dgm:pt modelId="{2894AD7F-824F-42EE-A26D-6F8AF1E65827}" type="parTrans" cxnId="{5C6B2456-33D8-4ECC-B8F5-78D3C4FE0E76}">
      <dgm:prSet/>
      <dgm:spPr/>
      <dgm:t>
        <a:bodyPr/>
        <a:lstStyle/>
        <a:p>
          <a:endParaRPr lang="en-US"/>
        </a:p>
      </dgm:t>
    </dgm:pt>
    <dgm:pt modelId="{314F7AD7-A238-4782-B1A1-6B04732A9769}" type="sibTrans" cxnId="{5C6B2456-33D8-4ECC-B8F5-78D3C4FE0E76}">
      <dgm:prSet/>
      <dgm:spPr/>
      <dgm:t>
        <a:bodyPr/>
        <a:lstStyle/>
        <a:p>
          <a:endParaRPr lang="en-US"/>
        </a:p>
      </dgm:t>
    </dgm:pt>
    <dgm:pt modelId="{225BA27A-A53F-48D9-8F1C-19B9B3CE811F}">
      <dgm:prSet/>
      <dgm:spPr/>
      <dgm:t>
        <a:bodyPr/>
        <a:lstStyle/>
        <a:p>
          <a:pPr>
            <a:lnSpc>
              <a:spcPct val="100000"/>
            </a:lnSpc>
          </a:pPr>
          <a:r>
            <a:rPr lang="en-US" dirty="0"/>
            <a:t>Customers get quotes, buy policies and file claims</a:t>
          </a:r>
        </a:p>
      </dgm:t>
    </dgm:pt>
    <dgm:pt modelId="{1B514662-8697-4E76-90D0-FCB62B29CF50}" type="parTrans" cxnId="{D787B5F6-AFA7-4157-918A-2C5310359A5F}">
      <dgm:prSet/>
      <dgm:spPr/>
      <dgm:t>
        <a:bodyPr/>
        <a:lstStyle/>
        <a:p>
          <a:endParaRPr lang="en-US"/>
        </a:p>
      </dgm:t>
    </dgm:pt>
    <dgm:pt modelId="{BB3B0984-8239-4175-BD6D-FEDF6A193AD6}" type="sibTrans" cxnId="{D787B5F6-AFA7-4157-918A-2C5310359A5F}">
      <dgm:prSet/>
      <dgm:spPr/>
      <dgm:t>
        <a:bodyPr/>
        <a:lstStyle/>
        <a:p>
          <a:endParaRPr lang="en-US"/>
        </a:p>
      </dgm:t>
    </dgm:pt>
    <dgm:pt modelId="{225C0F98-BA84-41C0-B4D3-2C9603FF6DCF}">
      <dgm:prSet/>
      <dgm:spPr/>
      <dgm:t>
        <a:bodyPr/>
        <a:lstStyle/>
        <a:p>
          <a:pPr>
            <a:lnSpc>
              <a:spcPct val="100000"/>
            </a:lnSpc>
          </a:pPr>
          <a:r>
            <a:rPr lang="en-US"/>
            <a:t>Admins run the back office: customers, claims, payments and policy catalog</a:t>
          </a:r>
        </a:p>
      </dgm:t>
    </dgm:pt>
    <dgm:pt modelId="{DEB0C56C-6BA0-4B07-97DE-80395148975A}" type="parTrans" cxnId="{FF0000A6-1C9E-4744-AA94-CD604527C64B}">
      <dgm:prSet/>
      <dgm:spPr/>
      <dgm:t>
        <a:bodyPr/>
        <a:lstStyle/>
        <a:p>
          <a:endParaRPr lang="en-US"/>
        </a:p>
      </dgm:t>
    </dgm:pt>
    <dgm:pt modelId="{B5971A18-1442-4D86-894F-9629171EB756}" type="sibTrans" cxnId="{FF0000A6-1C9E-4744-AA94-CD604527C64B}">
      <dgm:prSet/>
      <dgm:spPr/>
      <dgm:t>
        <a:bodyPr/>
        <a:lstStyle/>
        <a:p>
          <a:endParaRPr lang="en-US"/>
        </a:p>
      </dgm:t>
    </dgm:pt>
    <dgm:pt modelId="{1BE360AD-664D-413D-9093-3CF3C2CBCD07}" type="pres">
      <dgm:prSet presAssocID="{8EC6B2C5-415C-4EBE-9163-3E25DF331F13}" presName="root" presStyleCnt="0">
        <dgm:presLayoutVars>
          <dgm:dir/>
          <dgm:resizeHandles val="exact"/>
        </dgm:presLayoutVars>
      </dgm:prSet>
      <dgm:spPr/>
    </dgm:pt>
    <dgm:pt modelId="{63BC3B7F-23FF-440B-9AF0-E7C3560464BA}" type="pres">
      <dgm:prSet presAssocID="{C7533DC1-F0D4-4450-950B-F403BD7B49F5}" presName="compNode" presStyleCnt="0"/>
      <dgm:spPr/>
    </dgm:pt>
    <dgm:pt modelId="{5E5790E3-9262-4C0A-BAE0-9C1E4769D5DF}" type="pres">
      <dgm:prSet presAssocID="{C7533DC1-F0D4-4450-950B-F403BD7B49F5}"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egister"/>
        </a:ext>
      </dgm:extLst>
    </dgm:pt>
    <dgm:pt modelId="{491839E5-A407-45A6-8C42-0E02F59D34CE}" type="pres">
      <dgm:prSet presAssocID="{C7533DC1-F0D4-4450-950B-F403BD7B49F5}" presName="spaceRect" presStyleCnt="0"/>
      <dgm:spPr/>
    </dgm:pt>
    <dgm:pt modelId="{99BFF9A3-BD93-44ED-A058-EAD5C562A49D}" type="pres">
      <dgm:prSet presAssocID="{C7533DC1-F0D4-4450-950B-F403BD7B49F5}" presName="textRect" presStyleLbl="revTx" presStyleIdx="0" presStyleCnt="3">
        <dgm:presLayoutVars>
          <dgm:chMax val="1"/>
          <dgm:chPref val="1"/>
        </dgm:presLayoutVars>
      </dgm:prSet>
      <dgm:spPr/>
    </dgm:pt>
    <dgm:pt modelId="{972C3FC8-BF0E-4738-B088-FD569B71FBA8}" type="pres">
      <dgm:prSet presAssocID="{314F7AD7-A238-4782-B1A1-6B04732A9769}" presName="sibTrans" presStyleCnt="0"/>
      <dgm:spPr/>
    </dgm:pt>
    <dgm:pt modelId="{F3F4244F-43D0-4D74-8F6D-A71BC07D0FD2}" type="pres">
      <dgm:prSet presAssocID="{225BA27A-A53F-48D9-8F1C-19B9B3CE811F}" presName="compNode" presStyleCnt="0"/>
      <dgm:spPr/>
    </dgm:pt>
    <dgm:pt modelId="{6BB71884-CE51-4CE0-B132-847BF4F2EF07}" type="pres">
      <dgm:prSet presAssocID="{225BA27A-A53F-48D9-8F1C-19B9B3CE811F}"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B5E77A36-355D-400B-9474-737050745E4E}" type="pres">
      <dgm:prSet presAssocID="{225BA27A-A53F-48D9-8F1C-19B9B3CE811F}" presName="spaceRect" presStyleCnt="0"/>
      <dgm:spPr/>
    </dgm:pt>
    <dgm:pt modelId="{4EB5B0FD-CF44-4A87-873A-605FEF32A31B}" type="pres">
      <dgm:prSet presAssocID="{225BA27A-A53F-48D9-8F1C-19B9B3CE811F}" presName="textRect" presStyleLbl="revTx" presStyleIdx="1" presStyleCnt="3">
        <dgm:presLayoutVars>
          <dgm:chMax val="1"/>
          <dgm:chPref val="1"/>
        </dgm:presLayoutVars>
      </dgm:prSet>
      <dgm:spPr/>
    </dgm:pt>
    <dgm:pt modelId="{B9E3199B-D051-42B0-8DEF-4220B8FA2DDF}" type="pres">
      <dgm:prSet presAssocID="{BB3B0984-8239-4175-BD6D-FEDF6A193AD6}" presName="sibTrans" presStyleCnt="0"/>
      <dgm:spPr/>
    </dgm:pt>
    <dgm:pt modelId="{DE2B7A03-6517-49EC-9E6D-C67EA5B368D6}" type="pres">
      <dgm:prSet presAssocID="{225C0F98-BA84-41C0-B4D3-2C9603FF6DCF}" presName="compNode" presStyleCnt="0"/>
      <dgm:spPr/>
    </dgm:pt>
    <dgm:pt modelId="{AC18910D-8E98-4C41-A557-26782FEA4EEF}" type="pres">
      <dgm:prSet presAssocID="{225C0F98-BA84-41C0-B4D3-2C9603FF6DCF}"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Programmer"/>
        </a:ext>
      </dgm:extLst>
    </dgm:pt>
    <dgm:pt modelId="{DA96A8F0-F536-499E-B77B-69C80190D532}" type="pres">
      <dgm:prSet presAssocID="{225C0F98-BA84-41C0-B4D3-2C9603FF6DCF}" presName="spaceRect" presStyleCnt="0"/>
      <dgm:spPr/>
    </dgm:pt>
    <dgm:pt modelId="{76D24496-636B-4166-B1AA-4211D6168E2D}" type="pres">
      <dgm:prSet presAssocID="{225C0F98-BA84-41C0-B4D3-2C9603FF6DCF}" presName="textRect" presStyleLbl="revTx" presStyleIdx="2" presStyleCnt="3">
        <dgm:presLayoutVars>
          <dgm:chMax val="1"/>
          <dgm:chPref val="1"/>
        </dgm:presLayoutVars>
      </dgm:prSet>
      <dgm:spPr/>
    </dgm:pt>
  </dgm:ptLst>
  <dgm:cxnLst>
    <dgm:cxn modelId="{5C6B2456-33D8-4ECC-B8F5-78D3C4FE0E76}" srcId="{8EC6B2C5-415C-4EBE-9163-3E25DF331F13}" destId="{C7533DC1-F0D4-4450-950B-F403BD7B49F5}" srcOrd="0" destOrd="0" parTransId="{2894AD7F-824F-42EE-A26D-6F8AF1E65827}" sibTransId="{314F7AD7-A238-4782-B1A1-6B04732A9769}"/>
    <dgm:cxn modelId="{736D617A-845E-456F-9BB6-2C7AB83E7854}" type="presOf" srcId="{C7533DC1-F0D4-4450-950B-F403BD7B49F5}" destId="{99BFF9A3-BD93-44ED-A058-EAD5C562A49D}" srcOrd="0" destOrd="0" presId="urn:microsoft.com/office/officeart/2018/2/layout/IconLabelList"/>
    <dgm:cxn modelId="{DE742A82-C4A2-468E-9541-CAE37F5C66A0}" type="presOf" srcId="{225C0F98-BA84-41C0-B4D3-2C9603FF6DCF}" destId="{76D24496-636B-4166-B1AA-4211D6168E2D}" srcOrd="0" destOrd="0" presId="urn:microsoft.com/office/officeart/2018/2/layout/IconLabelList"/>
    <dgm:cxn modelId="{FF0000A6-1C9E-4744-AA94-CD604527C64B}" srcId="{8EC6B2C5-415C-4EBE-9163-3E25DF331F13}" destId="{225C0F98-BA84-41C0-B4D3-2C9603FF6DCF}" srcOrd="2" destOrd="0" parTransId="{DEB0C56C-6BA0-4B07-97DE-80395148975A}" sibTransId="{B5971A18-1442-4D86-894F-9629171EB756}"/>
    <dgm:cxn modelId="{8E7B83D9-FE53-43D7-8FAC-829FBDAC7B1F}" type="presOf" srcId="{225BA27A-A53F-48D9-8F1C-19B9B3CE811F}" destId="{4EB5B0FD-CF44-4A87-873A-605FEF32A31B}" srcOrd="0" destOrd="0" presId="urn:microsoft.com/office/officeart/2018/2/layout/IconLabelList"/>
    <dgm:cxn modelId="{D787B5F6-AFA7-4157-918A-2C5310359A5F}" srcId="{8EC6B2C5-415C-4EBE-9163-3E25DF331F13}" destId="{225BA27A-A53F-48D9-8F1C-19B9B3CE811F}" srcOrd="1" destOrd="0" parTransId="{1B514662-8697-4E76-90D0-FCB62B29CF50}" sibTransId="{BB3B0984-8239-4175-BD6D-FEDF6A193AD6}"/>
    <dgm:cxn modelId="{9BF7FFF8-8391-48F4-B0C6-D0642D1D87ED}" type="presOf" srcId="{8EC6B2C5-415C-4EBE-9163-3E25DF331F13}" destId="{1BE360AD-664D-413D-9093-3CF3C2CBCD07}" srcOrd="0" destOrd="0" presId="urn:microsoft.com/office/officeart/2018/2/layout/IconLabelList"/>
    <dgm:cxn modelId="{C5FE39A0-BC62-4E0B-92ED-42C11F790ECA}" type="presParOf" srcId="{1BE360AD-664D-413D-9093-3CF3C2CBCD07}" destId="{63BC3B7F-23FF-440B-9AF0-E7C3560464BA}" srcOrd="0" destOrd="0" presId="urn:microsoft.com/office/officeart/2018/2/layout/IconLabelList"/>
    <dgm:cxn modelId="{F2E1A3BF-CA29-48C9-8A03-EA2935BC5223}" type="presParOf" srcId="{63BC3B7F-23FF-440B-9AF0-E7C3560464BA}" destId="{5E5790E3-9262-4C0A-BAE0-9C1E4769D5DF}" srcOrd="0" destOrd="0" presId="urn:microsoft.com/office/officeart/2018/2/layout/IconLabelList"/>
    <dgm:cxn modelId="{4C6F2726-FACE-4C4C-803E-44504D4A7D83}" type="presParOf" srcId="{63BC3B7F-23FF-440B-9AF0-E7C3560464BA}" destId="{491839E5-A407-45A6-8C42-0E02F59D34CE}" srcOrd="1" destOrd="0" presId="urn:microsoft.com/office/officeart/2018/2/layout/IconLabelList"/>
    <dgm:cxn modelId="{7301E820-78C7-4612-8B22-AE67B995AD10}" type="presParOf" srcId="{63BC3B7F-23FF-440B-9AF0-E7C3560464BA}" destId="{99BFF9A3-BD93-44ED-A058-EAD5C562A49D}" srcOrd="2" destOrd="0" presId="urn:microsoft.com/office/officeart/2018/2/layout/IconLabelList"/>
    <dgm:cxn modelId="{E969C3B7-D8C8-450A-957B-1C65D062705B}" type="presParOf" srcId="{1BE360AD-664D-413D-9093-3CF3C2CBCD07}" destId="{972C3FC8-BF0E-4738-B088-FD569B71FBA8}" srcOrd="1" destOrd="0" presId="urn:microsoft.com/office/officeart/2018/2/layout/IconLabelList"/>
    <dgm:cxn modelId="{C3387A36-397F-4311-B195-AC7FBA6920E3}" type="presParOf" srcId="{1BE360AD-664D-413D-9093-3CF3C2CBCD07}" destId="{F3F4244F-43D0-4D74-8F6D-A71BC07D0FD2}" srcOrd="2" destOrd="0" presId="urn:microsoft.com/office/officeart/2018/2/layout/IconLabelList"/>
    <dgm:cxn modelId="{1E24FE3D-CFC1-4306-B3D3-3EEEDEE0517C}" type="presParOf" srcId="{F3F4244F-43D0-4D74-8F6D-A71BC07D0FD2}" destId="{6BB71884-CE51-4CE0-B132-847BF4F2EF07}" srcOrd="0" destOrd="0" presId="urn:microsoft.com/office/officeart/2018/2/layout/IconLabelList"/>
    <dgm:cxn modelId="{CDF098DF-8630-4297-817D-004CE824D49B}" type="presParOf" srcId="{F3F4244F-43D0-4D74-8F6D-A71BC07D0FD2}" destId="{B5E77A36-355D-400B-9474-737050745E4E}" srcOrd="1" destOrd="0" presId="urn:microsoft.com/office/officeart/2018/2/layout/IconLabelList"/>
    <dgm:cxn modelId="{613836BA-3234-4F5B-8F12-80525888935F}" type="presParOf" srcId="{F3F4244F-43D0-4D74-8F6D-A71BC07D0FD2}" destId="{4EB5B0FD-CF44-4A87-873A-605FEF32A31B}" srcOrd="2" destOrd="0" presId="urn:microsoft.com/office/officeart/2018/2/layout/IconLabelList"/>
    <dgm:cxn modelId="{8CA73D1B-7E23-42A5-A98B-3120C50A4143}" type="presParOf" srcId="{1BE360AD-664D-413D-9093-3CF3C2CBCD07}" destId="{B9E3199B-D051-42B0-8DEF-4220B8FA2DDF}" srcOrd="3" destOrd="0" presId="urn:microsoft.com/office/officeart/2018/2/layout/IconLabelList"/>
    <dgm:cxn modelId="{1C5800F9-7EF3-4E6C-8161-2F4518F4ED33}" type="presParOf" srcId="{1BE360AD-664D-413D-9093-3CF3C2CBCD07}" destId="{DE2B7A03-6517-49EC-9E6D-C67EA5B368D6}" srcOrd="4" destOrd="0" presId="urn:microsoft.com/office/officeart/2018/2/layout/IconLabelList"/>
    <dgm:cxn modelId="{1E6211CA-8E22-47B1-843A-98229EA60666}" type="presParOf" srcId="{DE2B7A03-6517-49EC-9E6D-C67EA5B368D6}" destId="{AC18910D-8E98-4C41-A557-26782FEA4EEF}" srcOrd="0" destOrd="0" presId="urn:microsoft.com/office/officeart/2018/2/layout/IconLabelList"/>
    <dgm:cxn modelId="{7EAEF36A-E4E1-4ACC-A833-CF86997ABB36}" type="presParOf" srcId="{DE2B7A03-6517-49EC-9E6D-C67EA5B368D6}" destId="{DA96A8F0-F536-499E-B77B-69C80190D532}" srcOrd="1" destOrd="0" presId="urn:microsoft.com/office/officeart/2018/2/layout/IconLabelList"/>
    <dgm:cxn modelId="{744CDD0E-F7AB-4361-A457-08CF5DBD2B13}" type="presParOf" srcId="{DE2B7A03-6517-49EC-9E6D-C67EA5B368D6}" destId="{76D24496-636B-4166-B1AA-4211D6168E2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0FA36E-A439-4A4A-B16D-FA1EB9A53C7A}"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C7E028E0-8A79-4D3F-A130-1FFCD199AED5}">
      <dgm:prSet/>
      <dgm:spPr/>
      <dgm:t>
        <a:bodyPr/>
        <a:lstStyle/>
        <a:p>
          <a:r>
            <a:rPr lang="en-US"/>
            <a:t>Design the DB: Tables, relationships and rules</a:t>
          </a:r>
        </a:p>
      </dgm:t>
    </dgm:pt>
    <dgm:pt modelId="{88350778-1ED0-4527-A33D-DBB6B3390325}" type="parTrans" cxnId="{1B2364A8-8F9F-4F7C-954A-33528F6A6044}">
      <dgm:prSet/>
      <dgm:spPr/>
      <dgm:t>
        <a:bodyPr/>
        <a:lstStyle/>
        <a:p>
          <a:endParaRPr lang="en-US"/>
        </a:p>
      </dgm:t>
    </dgm:pt>
    <dgm:pt modelId="{5AFD9255-606A-497C-B161-DE6499DB17DC}" type="sibTrans" cxnId="{1B2364A8-8F9F-4F7C-954A-33528F6A6044}">
      <dgm:prSet/>
      <dgm:spPr/>
      <dgm:t>
        <a:bodyPr/>
        <a:lstStyle/>
        <a:p>
          <a:endParaRPr lang="en-US"/>
        </a:p>
      </dgm:t>
    </dgm:pt>
    <dgm:pt modelId="{41337401-4D23-48F4-B30E-E11D26DF8AA3}">
      <dgm:prSet/>
      <dgm:spPr/>
      <dgm:t>
        <a:bodyPr/>
        <a:lstStyle/>
        <a:p>
          <a:r>
            <a:rPr lang="en-US" dirty="0"/>
            <a:t>Stored Procedures: All data and business logic rules are in SQL Server</a:t>
          </a:r>
        </a:p>
      </dgm:t>
    </dgm:pt>
    <dgm:pt modelId="{DD7A23F3-B621-451D-B3D3-B6D0728A8B59}" type="parTrans" cxnId="{260CF548-E2A8-48F4-ACCB-BF9EEB184DC7}">
      <dgm:prSet/>
      <dgm:spPr/>
      <dgm:t>
        <a:bodyPr/>
        <a:lstStyle/>
        <a:p>
          <a:endParaRPr lang="en-US"/>
        </a:p>
      </dgm:t>
    </dgm:pt>
    <dgm:pt modelId="{93C28E63-E856-41B6-B3A8-5700C638BDAB}" type="sibTrans" cxnId="{260CF548-E2A8-48F4-ACCB-BF9EEB184DC7}">
      <dgm:prSet/>
      <dgm:spPr/>
      <dgm:t>
        <a:bodyPr/>
        <a:lstStyle/>
        <a:p>
          <a:endParaRPr lang="en-US"/>
        </a:p>
      </dgm:t>
    </dgm:pt>
    <dgm:pt modelId="{E5C81148-86F6-4802-8C6D-EDFC15081470}">
      <dgm:prSet/>
      <dgm:spPr/>
      <dgm:t>
        <a:bodyPr/>
        <a:lstStyle/>
        <a:p>
          <a:r>
            <a:rPr lang="en-US" dirty="0"/>
            <a:t>API layer: ASP.NET Core: Controller-&gt;Repository-&gt;Stored Procedures</a:t>
          </a:r>
        </a:p>
      </dgm:t>
    </dgm:pt>
    <dgm:pt modelId="{987465C8-D1CB-4094-9806-DB7306E77B68}" type="parTrans" cxnId="{28BB01B2-33E3-496E-990B-1B155B7B7AC3}">
      <dgm:prSet/>
      <dgm:spPr/>
      <dgm:t>
        <a:bodyPr/>
        <a:lstStyle/>
        <a:p>
          <a:endParaRPr lang="en-US"/>
        </a:p>
      </dgm:t>
    </dgm:pt>
    <dgm:pt modelId="{92EBB8D3-D606-4A16-80D2-07820F98C605}" type="sibTrans" cxnId="{28BB01B2-33E3-496E-990B-1B155B7B7AC3}">
      <dgm:prSet/>
      <dgm:spPr/>
      <dgm:t>
        <a:bodyPr/>
        <a:lstStyle/>
        <a:p>
          <a:endParaRPr lang="en-US"/>
        </a:p>
      </dgm:t>
    </dgm:pt>
    <dgm:pt modelId="{4CB6CC43-AAF3-47EA-A5CD-BB16BA269574}">
      <dgm:prSet/>
      <dgm:spPr/>
      <dgm:t>
        <a:bodyPr/>
        <a:lstStyle/>
        <a:p>
          <a:r>
            <a:rPr lang="en-US" dirty="0"/>
            <a:t>Angular frontend: Screens, forms and role-based navigation</a:t>
          </a:r>
        </a:p>
      </dgm:t>
    </dgm:pt>
    <dgm:pt modelId="{635F3566-2C95-4E78-8AA7-A0A1DFB82E8C}" type="parTrans" cxnId="{543F4B83-CEF7-409C-B4D1-7D4DFB5E6EA3}">
      <dgm:prSet/>
      <dgm:spPr/>
      <dgm:t>
        <a:bodyPr/>
        <a:lstStyle/>
        <a:p>
          <a:endParaRPr lang="en-US"/>
        </a:p>
      </dgm:t>
    </dgm:pt>
    <dgm:pt modelId="{780E9AED-D32B-4D2A-8993-9A9B517C6523}" type="sibTrans" cxnId="{543F4B83-CEF7-409C-B4D1-7D4DFB5E6EA3}">
      <dgm:prSet/>
      <dgm:spPr/>
      <dgm:t>
        <a:bodyPr/>
        <a:lstStyle/>
        <a:p>
          <a:endParaRPr lang="en-US"/>
        </a:p>
      </dgm:t>
    </dgm:pt>
    <dgm:pt modelId="{C30B18CA-BF59-45CC-81ED-6C95B59289B4}">
      <dgm:prSet/>
      <dgm:spPr/>
      <dgm:t>
        <a:bodyPr/>
        <a:lstStyle/>
        <a:p>
          <a:r>
            <a:rPr lang="en-US"/>
            <a:t>Azure: Deployment</a:t>
          </a:r>
        </a:p>
      </dgm:t>
    </dgm:pt>
    <dgm:pt modelId="{7C41B35A-C2E1-4A1C-B61A-08B63BFF92F4}" type="parTrans" cxnId="{B740881E-11B8-4182-864B-BB9775868F65}">
      <dgm:prSet/>
      <dgm:spPr/>
      <dgm:t>
        <a:bodyPr/>
        <a:lstStyle/>
        <a:p>
          <a:endParaRPr lang="en-US"/>
        </a:p>
      </dgm:t>
    </dgm:pt>
    <dgm:pt modelId="{42517529-F73E-4F24-85AE-DEE45A65DCAC}" type="sibTrans" cxnId="{B740881E-11B8-4182-864B-BB9775868F65}">
      <dgm:prSet/>
      <dgm:spPr/>
      <dgm:t>
        <a:bodyPr/>
        <a:lstStyle/>
        <a:p>
          <a:endParaRPr lang="en-US"/>
        </a:p>
      </dgm:t>
    </dgm:pt>
    <dgm:pt modelId="{68732A3C-114D-4FA5-9CED-1BC6F5DA342A}" type="pres">
      <dgm:prSet presAssocID="{F90FA36E-A439-4A4A-B16D-FA1EB9A53C7A}" presName="outerComposite" presStyleCnt="0">
        <dgm:presLayoutVars>
          <dgm:chMax val="5"/>
          <dgm:dir/>
          <dgm:resizeHandles val="exact"/>
        </dgm:presLayoutVars>
      </dgm:prSet>
      <dgm:spPr/>
    </dgm:pt>
    <dgm:pt modelId="{539E55C7-B51A-484F-9236-AD89E113BEF5}" type="pres">
      <dgm:prSet presAssocID="{F90FA36E-A439-4A4A-B16D-FA1EB9A53C7A}" presName="dummyMaxCanvas" presStyleCnt="0">
        <dgm:presLayoutVars/>
      </dgm:prSet>
      <dgm:spPr/>
    </dgm:pt>
    <dgm:pt modelId="{15205AE2-B7B4-4C61-81FD-34D31CA55E3C}" type="pres">
      <dgm:prSet presAssocID="{F90FA36E-A439-4A4A-B16D-FA1EB9A53C7A}" presName="FiveNodes_1" presStyleLbl="node1" presStyleIdx="0" presStyleCnt="5">
        <dgm:presLayoutVars>
          <dgm:bulletEnabled val="1"/>
        </dgm:presLayoutVars>
      </dgm:prSet>
      <dgm:spPr/>
    </dgm:pt>
    <dgm:pt modelId="{9191065C-8B02-4604-8082-5718D466BF6A}" type="pres">
      <dgm:prSet presAssocID="{F90FA36E-A439-4A4A-B16D-FA1EB9A53C7A}" presName="FiveNodes_2" presStyleLbl="node1" presStyleIdx="1" presStyleCnt="5">
        <dgm:presLayoutVars>
          <dgm:bulletEnabled val="1"/>
        </dgm:presLayoutVars>
      </dgm:prSet>
      <dgm:spPr/>
    </dgm:pt>
    <dgm:pt modelId="{EE6417E7-CFEB-4672-A81D-F7DDF737F22A}" type="pres">
      <dgm:prSet presAssocID="{F90FA36E-A439-4A4A-B16D-FA1EB9A53C7A}" presName="FiveNodes_3" presStyleLbl="node1" presStyleIdx="2" presStyleCnt="5">
        <dgm:presLayoutVars>
          <dgm:bulletEnabled val="1"/>
        </dgm:presLayoutVars>
      </dgm:prSet>
      <dgm:spPr/>
    </dgm:pt>
    <dgm:pt modelId="{FCC53014-AEDC-4B05-9561-937DE2E0E991}" type="pres">
      <dgm:prSet presAssocID="{F90FA36E-A439-4A4A-B16D-FA1EB9A53C7A}" presName="FiveNodes_4" presStyleLbl="node1" presStyleIdx="3" presStyleCnt="5">
        <dgm:presLayoutVars>
          <dgm:bulletEnabled val="1"/>
        </dgm:presLayoutVars>
      </dgm:prSet>
      <dgm:spPr/>
    </dgm:pt>
    <dgm:pt modelId="{4051E1A0-6722-490D-BE47-B353DCA55C39}" type="pres">
      <dgm:prSet presAssocID="{F90FA36E-A439-4A4A-B16D-FA1EB9A53C7A}" presName="FiveNodes_5" presStyleLbl="node1" presStyleIdx="4" presStyleCnt="5">
        <dgm:presLayoutVars>
          <dgm:bulletEnabled val="1"/>
        </dgm:presLayoutVars>
      </dgm:prSet>
      <dgm:spPr/>
    </dgm:pt>
    <dgm:pt modelId="{8112FD1B-0A4A-4A45-BC79-2F598D51C6F3}" type="pres">
      <dgm:prSet presAssocID="{F90FA36E-A439-4A4A-B16D-FA1EB9A53C7A}" presName="FiveConn_1-2" presStyleLbl="fgAccFollowNode1" presStyleIdx="0" presStyleCnt="4">
        <dgm:presLayoutVars>
          <dgm:bulletEnabled val="1"/>
        </dgm:presLayoutVars>
      </dgm:prSet>
      <dgm:spPr/>
    </dgm:pt>
    <dgm:pt modelId="{8D55DD1F-7467-49A9-A2F4-5F9D2EB8DF3C}" type="pres">
      <dgm:prSet presAssocID="{F90FA36E-A439-4A4A-B16D-FA1EB9A53C7A}" presName="FiveConn_2-3" presStyleLbl="fgAccFollowNode1" presStyleIdx="1" presStyleCnt="4">
        <dgm:presLayoutVars>
          <dgm:bulletEnabled val="1"/>
        </dgm:presLayoutVars>
      </dgm:prSet>
      <dgm:spPr/>
    </dgm:pt>
    <dgm:pt modelId="{B77823C5-59D2-4155-B5DA-9B97C386EA0F}" type="pres">
      <dgm:prSet presAssocID="{F90FA36E-A439-4A4A-B16D-FA1EB9A53C7A}" presName="FiveConn_3-4" presStyleLbl="fgAccFollowNode1" presStyleIdx="2" presStyleCnt="4">
        <dgm:presLayoutVars>
          <dgm:bulletEnabled val="1"/>
        </dgm:presLayoutVars>
      </dgm:prSet>
      <dgm:spPr/>
    </dgm:pt>
    <dgm:pt modelId="{105214E0-F095-4542-B6B3-2991F087B3A2}" type="pres">
      <dgm:prSet presAssocID="{F90FA36E-A439-4A4A-B16D-FA1EB9A53C7A}" presName="FiveConn_4-5" presStyleLbl="fgAccFollowNode1" presStyleIdx="3" presStyleCnt="4">
        <dgm:presLayoutVars>
          <dgm:bulletEnabled val="1"/>
        </dgm:presLayoutVars>
      </dgm:prSet>
      <dgm:spPr/>
    </dgm:pt>
    <dgm:pt modelId="{1EF6D823-80A6-453D-B807-27EF827061F3}" type="pres">
      <dgm:prSet presAssocID="{F90FA36E-A439-4A4A-B16D-FA1EB9A53C7A}" presName="FiveNodes_1_text" presStyleLbl="node1" presStyleIdx="4" presStyleCnt="5">
        <dgm:presLayoutVars>
          <dgm:bulletEnabled val="1"/>
        </dgm:presLayoutVars>
      </dgm:prSet>
      <dgm:spPr/>
    </dgm:pt>
    <dgm:pt modelId="{426A6ADF-ACAA-4919-821D-65EF6A77039E}" type="pres">
      <dgm:prSet presAssocID="{F90FA36E-A439-4A4A-B16D-FA1EB9A53C7A}" presName="FiveNodes_2_text" presStyleLbl="node1" presStyleIdx="4" presStyleCnt="5">
        <dgm:presLayoutVars>
          <dgm:bulletEnabled val="1"/>
        </dgm:presLayoutVars>
      </dgm:prSet>
      <dgm:spPr/>
    </dgm:pt>
    <dgm:pt modelId="{F0EAE582-9861-4D40-981A-CBFAB988A6E3}" type="pres">
      <dgm:prSet presAssocID="{F90FA36E-A439-4A4A-B16D-FA1EB9A53C7A}" presName="FiveNodes_3_text" presStyleLbl="node1" presStyleIdx="4" presStyleCnt="5">
        <dgm:presLayoutVars>
          <dgm:bulletEnabled val="1"/>
        </dgm:presLayoutVars>
      </dgm:prSet>
      <dgm:spPr/>
    </dgm:pt>
    <dgm:pt modelId="{B51C533E-416E-481F-B6B5-1FF85E4DC031}" type="pres">
      <dgm:prSet presAssocID="{F90FA36E-A439-4A4A-B16D-FA1EB9A53C7A}" presName="FiveNodes_4_text" presStyleLbl="node1" presStyleIdx="4" presStyleCnt="5">
        <dgm:presLayoutVars>
          <dgm:bulletEnabled val="1"/>
        </dgm:presLayoutVars>
      </dgm:prSet>
      <dgm:spPr/>
    </dgm:pt>
    <dgm:pt modelId="{5C28C4A9-18EA-4315-AD78-9128001768C2}" type="pres">
      <dgm:prSet presAssocID="{F90FA36E-A439-4A4A-B16D-FA1EB9A53C7A}" presName="FiveNodes_5_text" presStyleLbl="node1" presStyleIdx="4" presStyleCnt="5">
        <dgm:presLayoutVars>
          <dgm:bulletEnabled val="1"/>
        </dgm:presLayoutVars>
      </dgm:prSet>
      <dgm:spPr/>
    </dgm:pt>
  </dgm:ptLst>
  <dgm:cxnLst>
    <dgm:cxn modelId="{3D021B0E-4D1D-42C0-9C9D-B46E7FB7FFBA}" type="presOf" srcId="{C7E028E0-8A79-4D3F-A130-1FFCD199AED5}" destId="{15205AE2-B7B4-4C61-81FD-34D31CA55E3C}" srcOrd="0" destOrd="0" presId="urn:microsoft.com/office/officeart/2005/8/layout/vProcess5"/>
    <dgm:cxn modelId="{72244011-C8FD-4089-81E9-2A1187CD5936}" type="presOf" srcId="{41337401-4D23-48F4-B30E-E11D26DF8AA3}" destId="{9191065C-8B02-4604-8082-5718D466BF6A}" srcOrd="0" destOrd="0" presId="urn:microsoft.com/office/officeart/2005/8/layout/vProcess5"/>
    <dgm:cxn modelId="{B740881E-11B8-4182-864B-BB9775868F65}" srcId="{F90FA36E-A439-4A4A-B16D-FA1EB9A53C7A}" destId="{C30B18CA-BF59-45CC-81ED-6C95B59289B4}" srcOrd="4" destOrd="0" parTransId="{7C41B35A-C2E1-4A1C-B61A-08B63BFF92F4}" sibTransId="{42517529-F73E-4F24-85AE-DEE45A65DCAC}"/>
    <dgm:cxn modelId="{34BBDD23-69D1-4D12-9152-E8AF5D7F90B5}" type="presOf" srcId="{41337401-4D23-48F4-B30E-E11D26DF8AA3}" destId="{426A6ADF-ACAA-4919-821D-65EF6A77039E}" srcOrd="1" destOrd="0" presId="urn:microsoft.com/office/officeart/2005/8/layout/vProcess5"/>
    <dgm:cxn modelId="{260CF548-E2A8-48F4-ACCB-BF9EEB184DC7}" srcId="{F90FA36E-A439-4A4A-B16D-FA1EB9A53C7A}" destId="{41337401-4D23-48F4-B30E-E11D26DF8AA3}" srcOrd="1" destOrd="0" parTransId="{DD7A23F3-B621-451D-B3D3-B6D0728A8B59}" sibTransId="{93C28E63-E856-41B6-B3A8-5700C638BDAB}"/>
    <dgm:cxn modelId="{5B877970-7EE7-4918-90CB-11F22E1D6E24}" type="presOf" srcId="{E5C81148-86F6-4802-8C6D-EDFC15081470}" destId="{F0EAE582-9861-4D40-981A-CBFAB988A6E3}" srcOrd="1" destOrd="0" presId="urn:microsoft.com/office/officeart/2005/8/layout/vProcess5"/>
    <dgm:cxn modelId="{390A0572-6585-4A6F-A760-B29FA1122065}" type="presOf" srcId="{780E9AED-D32B-4D2A-8993-9A9B517C6523}" destId="{105214E0-F095-4542-B6B3-2991F087B3A2}" srcOrd="0" destOrd="0" presId="urn:microsoft.com/office/officeart/2005/8/layout/vProcess5"/>
    <dgm:cxn modelId="{249FE753-C263-402C-A48B-89F062B5AB6D}" type="presOf" srcId="{4CB6CC43-AAF3-47EA-A5CD-BB16BA269574}" destId="{B51C533E-416E-481F-B6B5-1FF85E4DC031}" srcOrd="1" destOrd="0" presId="urn:microsoft.com/office/officeart/2005/8/layout/vProcess5"/>
    <dgm:cxn modelId="{DA9F9B58-D162-44BD-9893-BFEDAD334027}" type="presOf" srcId="{5AFD9255-606A-497C-B161-DE6499DB17DC}" destId="{8112FD1B-0A4A-4A45-BC79-2F598D51C6F3}" srcOrd="0" destOrd="0" presId="urn:microsoft.com/office/officeart/2005/8/layout/vProcess5"/>
    <dgm:cxn modelId="{BA8F1D81-6807-40AE-8E7A-849689FECDAB}" type="presOf" srcId="{93C28E63-E856-41B6-B3A8-5700C638BDAB}" destId="{8D55DD1F-7467-49A9-A2F4-5F9D2EB8DF3C}" srcOrd="0" destOrd="0" presId="urn:microsoft.com/office/officeart/2005/8/layout/vProcess5"/>
    <dgm:cxn modelId="{543F4B83-CEF7-409C-B4D1-7D4DFB5E6EA3}" srcId="{F90FA36E-A439-4A4A-B16D-FA1EB9A53C7A}" destId="{4CB6CC43-AAF3-47EA-A5CD-BB16BA269574}" srcOrd="3" destOrd="0" parTransId="{635F3566-2C95-4E78-8AA7-A0A1DFB82E8C}" sibTransId="{780E9AED-D32B-4D2A-8993-9A9B517C6523}"/>
    <dgm:cxn modelId="{224DE3A1-C6F8-451E-BEBD-FB67F1C9B9D9}" type="presOf" srcId="{C7E028E0-8A79-4D3F-A130-1FFCD199AED5}" destId="{1EF6D823-80A6-453D-B807-27EF827061F3}" srcOrd="1" destOrd="0" presId="urn:microsoft.com/office/officeart/2005/8/layout/vProcess5"/>
    <dgm:cxn modelId="{1B2364A8-8F9F-4F7C-954A-33528F6A6044}" srcId="{F90FA36E-A439-4A4A-B16D-FA1EB9A53C7A}" destId="{C7E028E0-8A79-4D3F-A130-1FFCD199AED5}" srcOrd="0" destOrd="0" parTransId="{88350778-1ED0-4527-A33D-DBB6B3390325}" sibTransId="{5AFD9255-606A-497C-B161-DE6499DB17DC}"/>
    <dgm:cxn modelId="{52EDCFAA-F72C-4A26-9705-9C6612702F33}" type="presOf" srcId="{C30B18CA-BF59-45CC-81ED-6C95B59289B4}" destId="{4051E1A0-6722-490D-BE47-B353DCA55C39}" srcOrd="0" destOrd="0" presId="urn:microsoft.com/office/officeart/2005/8/layout/vProcess5"/>
    <dgm:cxn modelId="{28BB01B2-33E3-496E-990B-1B155B7B7AC3}" srcId="{F90FA36E-A439-4A4A-B16D-FA1EB9A53C7A}" destId="{E5C81148-86F6-4802-8C6D-EDFC15081470}" srcOrd="2" destOrd="0" parTransId="{987465C8-D1CB-4094-9806-DB7306E77B68}" sibTransId="{92EBB8D3-D606-4A16-80D2-07820F98C605}"/>
    <dgm:cxn modelId="{01A0D2B6-8723-48D6-8FCF-9E87AA6E5E65}" type="presOf" srcId="{C30B18CA-BF59-45CC-81ED-6C95B59289B4}" destId="{5C28C4A9-18EA-4315-AD78-9128001768C2}" srcOrd="1" destOrd="0" presId="urn:microsoft.com/office/officeart/2005/8/layout/vProcess5"/>
    <dgm:cxn modelId="{50A57FD1-6221-4F09-9308-3A397D2549DD}" type="presOf" srcId="{E5C81148-86F6-4802-8C6D-EDFC15081470}" destId="{EE6417E7-CFEB-4672-A81D-F7DDF737F22A}" srcOrd="0" destOrd="0" presId="urn:microsoft.com/office/officeart/2005/8/layout/vProcess5"/>
    <dgm:cxn modelId="{AE5B03D6-9E30-4D34-AEC3-386165E5E0C2}" type="presOf" srcId="{F90FA36E-A439-4A4A-B16D-FA1EB9A53C7A}" destId="{68732A3C-114D-4FA5-9CED-1BC6F5DA342A}" srcOrd="0" destOrd="0" presId="urn:microsoft.com/office/officeart/2005/8/layout/vProcess5"/>
    <dgm:cxn modelId="{44F972E5-A9D8-4D15-A154-B1C33AF283DF}" type="presOf" srcId="{92EBB8D3-D606-4A16-80D2-07820F98C605}" destId="{B77823C5-59D2-4155-B5DA-9B97C386EA0F}" srcOrd="0" destOrd="0" presId="urn:microsoft.com/office/officeart/2005/8/layout/vProcess5"/>
    <dgm:cxn modelId="{54AD6AF5-7B4F-4323-ABFB-934710475435}" type="presOf" srcId="{4CB6CC43-AAF3-47EA-A5CD-BB16BA269574}" destId="{FCC53014-AEDC-4B05-9561-937DE2E0E991}" srcOrd="0" destOrd="0" presId="urn:microsoft.com/office/officeart/2005/8/layout/vProcess5"/>
    <dgm:cxn modelId="{31D9B574-7EA1-45E7-8B1F-9ED8214A32BF}" type="presParOf" srcId="{68732A3C-114D-4FA5-9CED-1BC6F5DA342A}" destId="{539E55C7-B51A-484F-9236-AD89E113BEF5}" srcOrd="0" destOrd="0" presId="urn:microsoft.com/office/officeart/2005/8/layout/vProcess5"/>
    <dgm:cxn modelId="{AD934F7F-E9EF-4A00-8F9E-C165A1152CD0}" type="presParOf" srcId="{68732A3C-114D-4FA5-9CED-1BC6F5DA342A}" destId="{15205AE2-B7B4-4C61-81FD-34D31CA55E3C}" srcOrd="1" destOrd="0" presId="urn:microsoft.com/office/officeart/2005/8/layout/vProcess5"/>
    <dgm:cxn modelId="{73D08569-F456-42D7-AA65-93A99287DE05}" type="presParOf" srcId="{68732A3C-114D-4FA5-9CED-1BC6F5DA342A}" destId="{9191065C-8B02-4604-8082-5718D466BF6A}" srcOrd="2" destOrd="0" presId="urn:microsoft.com/office/officeart/2005/8/layout/vProcess5"/>
    <dgm:cxn modelId="{48BB4A0B-D66B-4CB3-8B4F-C51A8D1128CE}" type="presParOf" srcId="{68732A3C-114D-4FA5-9CED-1BC6F5DA342A}" destId="{EE6417E7-CFEB-4672-A81D-F7DDF737F22A}" srcOrd="3" destOrd="0" presId="urn:microsoft.com/office/officeart/2005/8/layout/vProcess5"/>
    <dgm:cxn modelId="{0805D606-7849-4E31-804B-10F190587608}" type="presParOf" srcId="{68732A3C-114D-4FA5-9CED-1BC6F5DA342A}" destId="{FCC53014-AEDC-4B05-9561-937DE2E0E991}" srcOrd="4" destOrd="0" presId="urn:microsoft.com/office/officeart/2005/8/layout/vProcess5"/>
    <dgm:cxn modelId="{74CD8B30-F9BD-47E9-838A-7612E2037D09}" type="presParOf" srcId="{68732A3C-114D-4FA5-9CED-1BC6F5DA342A}" destId="{4051E1A0-6722-490D-BE47-B353DCA55C39}" srcOrd="5" destOrd="0" presId="urn:microsoft.com/office/officeart/2005/8/layout/vProcess5"/>
    <dgm:cxn modelId="{75190360-C23C-4C8B-8A5E-410E9A8D1E9B}" type="presParOf" srcId="{68732A3C-114D-4FA5-9CED-1BC6F5DA342A}" destId="{8112FD1B-0A4A-4A45-BC79-2F598D51C6F3}" srcOrd="6" destOrd="0" presId="urn:microsoft.com/office/officeart/2005/8/layout/vProcess5"/>
    <dgm:cxn modelId="{C162412B-313F-4539-8F9C-3625383312DC}" type="presParOf" srcId="{68732A3C-114D-4FA5-9CED-1BC6F5DA342A}" destId="{8D55DD1F-7467-49A9-A2F4-5F9D2EB8DF3C}" srcOrd="7" destOrd="0" presId="urn:microsoft.com/office/officeart/2005/8/layout/vProcess5"/>
    <dgm:cxn modelId="{7700F31C-AA13-438A-AA9E-BC4A9E4CECEE}" type="presParOf" srcId="{68732A3C-114D-4FA5-9CED-1BC6F5DA342A}" destId="{B77823C5-59D2-4155-B5DA-9B97C386EA0F}" srcOrd="8" destOrd="0" presId="urn:microsoft.com/office/officeart/2005/8/layout/vProcess5"/>
    <dgm:cxn modelId="{4FEF6B75-1D4D-4A77-9F05-CD7B742BD33D}" type="presParOf" srcId="{68732A3C-114D-4FA5-9CED-1BC6F5DA342A}" destId="{105214E0-F095-4542-B6B3-2991F087B3A2}" srcOrd="9" destOrd="0" presId="urn:microsoft.com/office/officeart/2005/8/layout/vProcess5"/>
    <dgm:cxn modelId="{14A9443C-19CE-4810-8EC6-171434E5FA8A}" type="presParOf" srcId="{68732A3C-114D-4FA5-9CED-1BC6F5DA342A}" destId="{1EF6D823-80A6-453D-B807-27EF827061F3}" srcOrd="10" destOrd="0" presId="urn:microsoft.com/office/officeart/2005/8/layout/vProcess5"/>
    <dgm:cxn modelId="{92CEAD9A-7812-4172-9EF2-E2A84ECB35AC}" type="presParOf" srcId="{68732A3C-114D-4FA5-9CED-1BC6F5DA342A}" destId="{426A6ADF-ACAA-4919-821D-65EF6A77039E}" srcOrd="11" destOrd="0" presId="urn:microsoft.com/office/officeart/2005/8/layout/vProcess5"/>
    <dgm:cxn modelId="{8B6616FA-7468-465D-AC5A-4CCFE10FA5FF}" type="presParOf" srcId="{68732A3C-114D-4FA5-9CED-1BC6F5DA342A}" destId="{F0EAE582-9861-4D40-981A-CBFAB988A6E3}" srcOrd="12" destOrd="0" presId="urn:microsoft.com/office/officeart/2005/8/layout/vProcess5"/>
    <dgm:cxn modelId="{FD01DABA-5A65-4C85-848F-25D709F9CDF5}" type="presParOf" srcId="{68732A3C-114D-4FA5-9CED-1BC6F5DA342A}" destId="{B51C533E-416E-481F-B6B5-1FF85E4DC031}" srcOrd="13" destOrd="0" presId="urn:microsoft.com/office/officeart/2005/8/layout/vProcess5"/>
    <dgm:cxn modelId="{06B2F5DB-ED20-4F48-B276-4FD48398667B}" type="presParOf" srcId="{68732A3C-114D-4FA5-9CED-1BC6F5DA342A}" destId="{5C28C4A9-18EA-4315-AD78-9128001768C2}"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DB1907D-E935-4207-AF34-504C9570CD38}"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DDC3FD36-F22E-4EB6-BEB5-E71456B1EF57}">
      <dgm:prSet/>
      <dgm:spPr/>
      <dgm:t>
        <a:bodyPr/>
        <a:lstStyle/>
        <a:p>
          <a:r>
            <a:rPr lang="en-US" dirty="0"/>
            <a:t>Frontend - Angular (standalone components, signals), Angular Material, TypeScript, </a:t>
          </a:r>
          <a:r>
            <a:rPr lang="en-US" dirty="0" err="1"/>
            <a:t>RxJS</a:t>
          </a:r>
          <a:endParaRPr lang="en-US" dirty="0"/>
        </a:p>
      </dgm:t>
    </dgm:pt>
    <dgm:pt modelId="{68B1EAE8-0440-4C33-8337-2A98CD03442D}" type="parTrans" cxnId="{F9DE2990-7C7F-4841-B56D-AAEAFEFF1661}">
      <dgm:prSet/>
      <dgm:spPr/>
      <dgm:t>
        <a:bodyPr/>
        <a:lstStyle/>
        <a:p>
          <a:endParaRPr lang="en-US"/>
        </a:p>
      </dgm:t>
    </dgm:pt>
    <dgm:pt modelId="{43157CAD-DE10-4CBD-B78F-F30A05734F99}" type="sibTrans" cxnId="{F9DE2990-7C7F-4841-B56D-AAEAFEFF1661}">
      <dgm:prSet/>
      <dgm:spPr/>
      <dgm:t>
        <a:bodyPr/>
        <a:lstStyle/>
        <a:p>
          <a:endParaRPr lang="en-US"/>
        </a:p>
      </dgm:t>
    </dgm:pt>
    <dgm:pt modelId="{2D44B859-531B-4174-BEB9-C01208F80BFB}">
      <dgm:prSet/>
      <dgm:spPr/>
      <dgm:t>
        <a:bodyPr/>
        <a:lstStyle/>
        <a:p>
          <a:r>
            <a:rPr lang="en-US" dirty="0"/>
            <a:t>Backend - ASP.NET Core Web API (.NET 10), C#, Entity Framework Core (for calling procedures only), JWT authentication</a:t>
          </a:r>
        </a:p>
      </dgm:t>
    </dgm:pt>
    <dgm:pt modelId="{3EE0664B-C33F-4C3D-B7EE-DB416C1158A3}" type="parTrans" cxnId="{2A3EDE26-C92C-4575-B1D4-3D14AD35C42F}">
      <dgm:prSet/>
      <dgm:spPr/>
      <dgm:t>
        <a:bodyPr/>
        <a:lstStyle/>
        <a:p>
          <a:endParaRPr lang="en-US"/>
        </a:p>
      </dgm:t>
    </dgm:pt>
    <dgm:pt modelId="{FBE7FA22-4A7A-4236-90F8-11514283E310}" type="sibTrans" cxnId="{2A3EDE26-C92C-4575-B1D4-3D14AD35C42F}">
      <dgm:prSet/>
      <dgm:spPr/>
      <dgm:t>
        <a:bodyPr/>
        <a:lstStyle/>
        <a:p>
          <a:endParaRPr lang="en-US"/>
        </a:p>
      </dgm:t>
    </dgm:pt>
    <dgm:pt modelId="{7D0E2C20-112E-46D5-821C-74C112A7C01F}">
      <dgm:prSet/>
      <dgm:spPr/>
      <dgm:t>
        <a:bodyPr/>
        <a:lstStyle/>
        <a:p>
          <a:r>
            <a:rPr lang="en-US"/>
            <a:t>Database – SQL Server, T-SQL stored procedures, functions and triggers, SSMS or Azure Data Studio to manage it</a:t>
          </a:r>
        </a:p>
      </dgm:t>
    </dgm:pt>
    <dgm:pt modelId="{19602E4A-23B6-4137-9ECA-66C549D59D1D}" type="parTrans" cxnId="{C41CFF9C-B425-4E68-8351-AAF2CC95B79B}">
      <dgm:prSet/>
      <dgm:spPr/>
      <dgm:t>
        <a:bodyPr/>
        <a:lstStyle/>
        <a:p>
          <a:endParaRPr lang="en-US"/>
        </a:p>
      </dgm:t>
    </dgm:pt>
    <dgm:pt modelId="{44E17991-56F8-446C-BD58-5C9A721E35A2}" type="sibTrans" cxnId="{C41CFF9C-B425-4E68-8351-AAF2CC95B79B}">
      <dgm:prSet/>
      <dgm:spPr/>
      <dgm:t>
        <a:bodyPr/>
        <a:lstStyle/>
        <a:p>
          <a:endParaRPr lang="en-US"/>
        </a:p>
      </dgm:t>
    </dgm:pt>
    <dgm:pt modelId="{FE0D45C5-B135-4EE7-84B2-D625F4F17648}">
      <dgm:prSet/>
      <dgm:spPr/>
      <dgm:t>
        <a:bodyPr/>
        <a:lstStyle/>
        <a:p>
          <a:r>
            <a:rPr lang="en-US"/>
            <a:t>Azure - Azure SQL, Static Web Apps, Azure App Service, Azure CLI and SWA CLI for deployment, Git/GitHub</a:t>
          </a:r>
        </a:p>
      </dgm:t>
    </dgm:pt>
    <dgm:pt modelId="{AB15A6CB-40CB-4339-AE14-6ECDD7E65EE1}" type="parTrans" cxnId="{FCB47E29-5234-43BD-B0E1-5666A8895E4B}">
      <dgm:prSet/>
      <dgm:spPr/>
      <dgm:t>
        <a:bodyPr/>
        <a:lstStyle/>
        <a:p>
          <a:endParaRPr lang="en-US"/>
        </a:p>
      </dgm:t>
    </dgm:pt>
    <dgm:pt modelId="{BFE9099E-6C3B-42D8-B9D8-29643FE8D9EE}" type="sibTrans" cxnId="{FCB47E29-5234-43BD-B0E1-5666A8895E4B}">
      <dgm:prSet/>
      <dgm:spPr/>
      <dgm:t>
        <a:bodyPr/>
        <a:lstStyle/>
        <a:p>
          <a:endParaRPr lang="en-US"/>
        </a:p>
      </dgm:t>
    </dgm:pt>
    <dgm:pt modelId="{36D33C52-69B6-40A9-991F-B81666A02627}" type="pres">
      <dgm:prSet presAssocID="{6DB1907D-E935-4207-AF34-504C9570CD38}" presName="root" presStyleCnt="0">
        <dgm:presLayoutVars>
          <dgm:dir/>
          <dgm:resizeHandles val="exact"/>
        </dgm:presLayoutVars>
      </dgm:prSet>
      <dgm:spPr/>
    </dgm:pt>
    <dgm:pt modelId="{C74FB103-381F-436F-A93C-4776C88C822C}" type="pres">
      <dgm:prSet presAssocID="{6DB1907D-E935-4207-AF34-504C9570CD38}" presName="container" presStyleCnt="0">
        <dgm:presLayoutVars>
          <dgm:dir/>
          <dgm:resizeHandles val="exact"/>
        </dgm:presLayoutVars>
      </dgm:prSet>
      <dgm:spPr/>
    </dgm:pt>
    <dgm:pt modelId="{126DD2A8-09D0-4922-89DC-DB2D924D0A41}" type="pres">
      <dgm:prSet presAssocID="{DDC3FD36-F22E-4EB6-BEB5-E71456B1EF57}" presName="compNode" presStyleCnt="0"/>
      <dgm:spPr/>
    </dgm:pt>
    <dgm:pt modelId="{3F1D8E86-047B-4461-AFAB-2E3BABB83D64}" type="pres">
      <dgm:prSet presAssocID="{DDC3FD36-F22E-4EB6-BEB5-E71456B1EF57}" presName="iconBgRect" presStyleLbl="bgShp" presStyleIdx="0" presStyleCnt="4"/>
      <dgm:spPr/>
    </dgm:pt>
    <dgm:pt modelId="{53CBFA70-6F3B-4D67-B629-12D13FF3BAC0}" type="pres">
      <dgm:prSet presAssocID="{DDC3FD36-F22E-4EB6-BEB5-E71456B1EF57}"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Robot"/>
        </a:ext>
      </dgm:extLst>
    </dgm:pt>
    <dgm:pt modelId="{0176F0BE-C86D-4113-AD8E-AC2A069E5C6A}" type="pres">
      <dgm:prSet presAssocID="{DDC3FD36-F22E-4EB6-BEB5-E71456B1EF57}" presName="spaceRect" presStyleCnt="0"/>
      <dgm:spPr/>
    </dgm:pt>
    <dgm:pt modelId="{F2FD3B36-43BD-4D98-A8E3-D5A973CAFBE8}" type="pres">
      <dgm:prSet presAssocID="{DDC3FD36-F22E-4EB6-BEB5-E71456B1EF57}" presName="textRect" presStyleLbl="revTx" presStyleIdx="0" presStyleCnt="4">
        <dgm:presLayoutVars>
          <dgm:chMax val="1"/>
          <dgm:chPref val="1"/>
        </dgm:presLayoutVars>
      </dgm:prSet>
      <dgm:spPr/>
    </dgm:pt>
    <dgm:pt modelId="{176FD9E2-DA1C-4ECF-8FC1-3580C7A1C41D}" type="pres">
      <dgm:prSet presAssocID="{43157CAD-DE10-4CBD-B78F-F30A05734F99}" presName="sibTrans" presStyleLbl="sibTrans2D1" presStyleIdx="0" presStyleCnt="0"/>
      <dgm:spPr/>
    </dgm:pt>
    <dgm:pt modelId="{4292261E-9364-4833-A546-B17D39AFB943}" type="pres">
      <dgm:prSet presAssocID="{2D44B859-531B-4174-BEB9-C01208F80BFB}" presName="compNode" presStyleCnt="0"/>
      <dgm:spPr/>
    </dgm:pt>
    <dgm:pt modelId="{0926A254-C773-4E65-BBD3-27991F7B21FB}" type="pres">
      <dgm:prSet presAssocID="{2D44B859-531B-4174-BEB9-C01208F80BFB}" presName="iconBgRect" presStyleLbl="bgShp" presStyleIdx="1" presStyleCnt="4"/>
      <dgm:spPr/>
    </dgm:pt>
    <dgm:pt modelId="{F2CAE77E-A0C9-47BF-9949-9E9A17F4C456}" type="pres">
      <dgm:prSet presAssocID="{2D44B859-531B-4174-BEB9-C01208F80BF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F335DB8A-D62D-47BF-902B-BC3F65F7C578}" type="pres">
      <dgm:prSet presAssocID="{2D44B859-531B-4174-BEB9-C01208F80BFB}" presName="spaceRect" presStyleCnt="0"/>
      <dgm:spPr/>
    </dgm:pt>
    <dgm:pt modelId="{110F438D-71B5-46BB-A8AF-C824FC1C25D7}" type="pres">
      <dgm:prSet presAssocID="{2D44B859-531B-4174-BEB9-C01208F80BFB}" presName="textRect" presStyleLbl="revTx" presStyleIdx="1" presStyleCnt="4">
        <dgm:presLayoutVars>
          <dgm:chMax val="1"/>
          <dgm:chPref val="1"/>
        </dgm:presLayoutVars>
      </dgm:prSet>
      <dgm:spPr/>
    </dgm:pt>
    <dgm:pt modelId="{D40E105F-69B2-4A60-8903-23FE3556376F}" type="pres">
      <dgm:prSet presAssocID="{FBE7FA22-4A7A-4236-90F8-11514283E310}" presName="sibTrans" presStyleLbl="sibTrans2D1" presStyleIdx="0" presStyleCnt="0"/>
      <dgm:spPr/>
    </dgm:pt>
    <dgm:pt modelId="{4E9E266C-2A65-40B3-B2ED-2F069428B952}" type="pres">
      <dgm:prSet presAssocID="{7D0E2C20-112E-46D5-821C-74C112A7C01F}" presName="compNode" presStyleCnt="0"/>
      <dgm:spPr/>
    </dgm:pt>
    <dgm:pt modelId="{09CD05B5-98D5-4466-9F03-08B37F112B44}" type="pres">
      <dgm:prSet presAssocID="{7D0E2C20-112E-46D5-821C-74C112A7C01F}" presName="iconBgRect" presStyleLbl="bgShp" presStyleIdx="2" presStyleCnt="4"/>
      <dgm:spPr/>
    </dgm:pt>
    <dgm:pt modelId="{16692C2E-8D3F-43EE-87F2-9AB61AE033E4}" type="pres">
      <dgm:prSet presAssocID="{7D0E2C20-112E-46D5-821C-74C112A7C01F}"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erver"/>
        </a:ext>
      </dgm:extLst>
    </dgm:pt>
    <dgm:pt modelId="{5A50C266-FF47-4E95-AFC3-84C5D7F1BB53}" type="pres">
      <dgm:prSet presAssocID="{7D0E2C20-112E-46D5-821C-74C112A7C01F}" presName="spaceRect" presStyleCnt="0"/>
      <dgm:spPr/>
    </dgm:pt>
    <dgm:pt modelId="{CBCD8645-2BF9-4D88-AECE-87968FFA612A}" type="pres">
      <dgm:prSet presAssocID="{7D0E2C20-112E-46D5-821C-74C112A7C01F}" presName="textRect" presStyleLbl="revTx" presStyleIdx="2" presStyleCnt="4">
        <dgm:presLayoutVars>
          <dgm:chMax val="1"/>
          <dgm:chPref val="1"/>
        </dgm:presLayoutVars>
      </dgm:prSet>
      <dgm:spPr/>
    </dgm:pt>
    <dgm:pt modelId="{6CD9F8FB-B92A-45F6-928A-F88BA09458D3}" type="pres">
      <dgm:prSet presAssocID="{44E17991-56F8-446C-BD58-5C9A721E35A2}" presName="sibTrans" presStyleLbl="sibTrans2D1" presStyleIdx="0" presStyleCnt="0"/>
      <dgm:spPr/>
    </dgm:pt>
    <dgm:pt modelId="{5C5CF4BD-43DA-431B-A8F6-6592D991A6C1}" type="pres">
      <dgm:prSet presAssocID="{FE0D45C5-B135-4EE7-84B2-D625F4F17648}" presName="compNode" presStyleCnt="0"/>
      <dgm:spPr/>
    </dgm:pt>
    <dgm:pt modelId="{29E44301-58E5-4D45-80DA-09945ECD5400}" type="pres">
      <dgm:prSet presAssocID="{FE0D45C5-B135-4EE7-84B2-D625F4F17648}" presName="iconBgRect" presStyleLbl="bgShp" presStyleIdx="3" presStyleCnt="4"/>
      <dgm:spPr/>
    </dgm:pt>
    <dgm:pt modelId="{9344BA45-02E6-4B6B-B998-12F0462258A8}" type="pres">
      <dgm:prSet presAssocID="{FE0D45C5-B135-4EE7-84B2-D625F4F17648}"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a:ext>
      </dgm:extLst>
    </dgm:pt>
    <dgm:pt modelId="{A04E273D-9607-41A0-B899-96C306CE63BD}" type="pres">
      <dgm:prSet presAssocID="{FE0D45C5-B135-4EE7-84B2-D625F4F17648}" presName="spaceRect" presStyleCnt="0"/>
      <dgm:spPr/>
    </dgm:pt>
    <dgm:pt modelId="{5FBB0427-606E-41ED-BE3B-2BE07CD4D3E9}" type="pres">
      <dgm:prSet presAssocID="{FE0D45C5-B135-4EE7-84B2-D625F4F17648}" presName="textRect" presStyleLbl="revTx" presStyleIdx="3" presStyleCnt="4">
        <dgm:presLayoutVars>
          <dgm:chMax val="1"/>
          <dgm:chPref val="1"/>
        </dgm:presLayoutVars>
      </dgm:prSet>
      <dgm:spPr/>
    </dgm:pt>
  </dgm:ptLst>
  <dgm:cxnLst>
    <dgm:cxn modelId="{2B5AA50F-6088-4275-83F5-7FE0BCB6EC92}" type="presOf" srcId="{FBE7FA22-4A7A-4236-90F8-11514283E310}" destId="{D40E105F-69B2-4A60-8903-23FE3556376F}" srcOrd="0" destOrd="0" presId="urn:microsoft.com/office/officeart/2018/2/layout/IconCircleList"/>
    <dgm:cxn modelId="{681AB212-E658-4A6B-8723-A127DD0E507F}" type="presOf" srcId="{DDC3FD36-F22E-4EB6-BEB5-E71456B1EF57}" destId="{F2FD3B36-43BD-4D98-A8E3-D5A973CAFBE8}" srcOrd="0" destOrd="0" presId="urn:microsoft.com/office/officeart/2018/2/layout/IconCircleList"/>
    <dgm:cxn modelId="{2A3EDE26-C92C-4575-B1D4-3D14AD35C42F}" srcId="{6DB1907D-E935-4207-AF34-504C9570CD38}" destId="{2D44B859-531B-4174-BEB9-C01208F80BFB}" srcOrd="1" destOrd="0" parTransId="{3EE0664B-C33F-4C3D-B7EE-DB416C1158A3}" sibTransId="{FBE7FA22-4A7A-4236-90F8-11514283E310}"/>
    <dgm:cxn modelId="{FCB47E29-5234-43BD-B0E1-5666A8895E4B}" srcId="{6DB1907D-E935-4207-AF34-504C9570CD38}" destId="{FE0D45C5-B135-4EE7-84B2-D625F4F17648}" srcOrd="3" destOrd="0" parTransId="{AB15A6CB-40CB-4339-AE14-6ECDD7E65EE1}" sibTransId="{BFE9099E-6C3B-42D8-B9D8-29643FE8D9EE}"/>
    <dgm:cxn modelId="{2E8D4A2B-1EEF-409C-8614-B3C68FE899A2}" type="presOf" srcId="{44E17991-56F8-446C-BD58-5C9A721E35A2}" destId="{6CD9F8FB-B92A-45F6-928A-F88BA09458D3}" srcOrd="0" destOrd="0" presId="urn:microsoft.com/office/officeart/2018/2/layout/IconCircleList"/>
    <dgm:cxn modelId="{389A8132-B6CD-4FB2-A1C0-9DD7FB10239A}" type="presOf" srcId="{6DB1907D-E935-4207-AF34-504C9570CD38}" destId="{36D33C52-69B6-40A9-991F-B81666A02627}" srcOrd="0" destOrd="0" presId="urn:microsoft.com/office/officeart/2018/2/layout/IconCircleList"/>
    <dgm:cxn modelId="{69AB8563-1AB9-4850-A06E-C430D523E346}" type="presOf" srcId="{FE0D45C5-B135-4EE7-84B2-D625F4F17648}" destId="{5FBB0427-606E-41ED-BE3B-2BE07CD4D3E9}" srcOrd="0" destOrd="0" presId="urn:microsoft.com/office/officeart/2018/2/layout/IconCircleList"/>
    <dgm:cxn modelId="{973EDE67-8B40-4363-B739-1A9D21911522}" type="presOf" srcId="{7D0E2C20-112E-46D5-821C-74C112A7C01F}" destId="{CBCD8645-2BF9-4D88-AECE-87968FFA612A}" srcOrd="0" destOrd="0" presId="urn:microsoft.com/office/officeart/2018/2/layout/IconCircleList"/>
    <dgm:cxn modelId="{F9DE2990-7C7F-4841-B56D-AAEAFEFF1661}" srcId="{6DB1907D-E935-4207-AF34-504C9570CD38}" destId="{DDC3FD36-F22E-4EB6-BEB5-E71456B1EF57}" srcOrd="0" destOrd="0" parTransId="{68B1EAE8-0440-4C33-8337-2A98CD03442D}" sibTransId="{43157CAD-DE10-4CBD-B78F-F30A05734F99}"/>
    <dgm:cxn modelId="{C41CFF9C-B425-4E68-8351-AAF2CC95B79B}" srcId="{6DB1907D-E935-4207-AF34-504C9570CD38}" destId="{7D0E2C20-112E-46D5-821C-74C112A7C01F}" srcOrd="2" destOrd="0" parTransId="{19602E4A-23B6-4137-9ECA-66C549D59D1D}" sibTransId="{44E17991-56F8-446C-BD58-5C9A721E35A2}"/>
    <dgm:cxn modelId="{DDED73A1-581B-4699-B130-E3ED07F4C6F1}" type="presOf" srcId="{2D44B859-531B-4174-BEB9-C01208F80BFB}" destId="{110F438D-71B5-46BB-A8AF-C824FC1C25D7}" srcOrd="0" destOrd="0" presId="urn:microsoft.com/office/officeart/2018/2/layout/IconCircleList"/>
    <dgm:cxn modelId="{CF1061BC-82A4-4427-B7B4-B1D3CF0965D6}" type="presOf" srcId="{43157CAD-DE10-4CBD-B78F-F30A05734F99}" destId="{176FD9E2-DA1C-4ECF-8FC1-3580C7A1C41D}" srcOrd="0" destOrd="0" presId="urn:microsoft.com/office/officeart/2018/2/layout/IconCircleList"/>
    <dgm:cxn modelId="{324841B8-F30A-47D1-8D78-F3C22C804038}" type="presParOf" srcId="{36D33C52-69B6-40A9-991F-B81666A02627}" destId="{C74FB103-381F-436F-A93C-4776C88C822C}" srcOrd="0" destOrd="0" presId="urn:microsoft.com/office/officeart/2018/2/layout/IconCircleList"/>
    <dgm:cxn modelId="{25B5646F-9B42-4471-A407-9E255D7863F7}" type="presParOf" srcId="{C74FB103-381F-436F-A93C-4776C88C822C}" destId="{126DD2A8-09D0-4922-89DC-DB2D924D0A41}" srcOrd="0" destOrd="0" presId="urn:microsoft.com/office/officeart/2018/2/layout/IconCircleList"/>
    <dgm:cxn modelId="{E3BBE63C-5B0F-445D-BD95-5B893BC6CC05}" type="presParOf" srcId="{126DD2A8-09D0-4922-89DC-DB2D924D0A41}" destId="{3F1D8E86-047B-4461-AFAB-2E3BABB83D64}" srcOrd="0" destOrd="0" presId="urn:microsoft.com/office/officeart/2018/2/layout/IconCircleList"/>
    <dgm:cxn modelId="{71D8F125-54EC-4473-A141-E57183AC3702}" type="presParOf" srcId="{126DD2A8-09D0-4922-89DC-DB2D924D0A41}" destId="{53CBFA70-6F3B-4D67-B629-12D13FF3BAC0}" srcOrd="1" destOrd="0" presId="urn:microsoft.com/office/officeart/2018/2/layout/IconCircleList"/>
    <dgm:cxn modelId="{46C8C660-E2EF-4EDC-B0C0-FC9E540B2B99}" type="presParOf" srcId="{126DD2A8-09D0-4922-89DC-DB2D924D0A41}" destId="{0176F0BE-C86D-4113-AD8E-AC2A069E5C6A}" srcOrd="2" destOrd="0" presId="urn:microsoft.com/office/officeart/2018/2/layout/IconCircleList"/>
    <dgm:cxn modelId="{F3E99FC7-3F06-40B7-A13E-797490A3F2E8}" type="presParOf" srcId="{126DD2A8-09D0-4922-89DC-DB2D924D0A41}" destId="{F2FD3B36-43BD-4D98-A8E3-D5A973CAFBE8}" srcOrd="3" destOrd="0" presId="urn:microsoft.com/office/officeart/2018/2/layout/IconCircleList"/>
    <dgm:cxn modelId="{08CF5250-D179-4558-B62D-FD30ADE2797C}" type="presParOf" srcId="{C74FB103-381F-436F-A93C-4776C88C822C}" destId="{176FD9E2-DA1C-4ECF-8FC1-3580C7A1C41D}" srcOrd="1" destOrd="0" presId="urn:microsoft.com/office/officeart/2018/2/layout/IconCircleList"/>
    <dgm:cxn modelId="{ADEB2413-6027-451F-A63B-3173DD7D66AA}" type="presParOf" srcId="{C74FB103-381F-436F-A93C-4776C88C822C}" destId="{4292261E-9364-4833-A546-B17D39AFB943}" srcOrd="2" destOrd="0" presId="urn:microsoft.com/office/officeart/2018/2/layout/IconCircleList"/>
    <dgm:cxn modelId="{C35C753C-2073-4BE8-BE84-85D7D39F7453}" type="presParOf" srcId="{4292261E-9364-4833-A546-B17D39AFB943}" destId="{0926A254-C773-4E65-BBD3-27991F7B21FB}" srcOrd="0" destOrd="0" presId="urn:microsoft.com/office/officeart/2018/2/layout/IconCircleList"/>
    <dgm:cxn modelId="{53335204-8237-42CF-BC49-6F6255AE937C}" type="presParOf" srcId="{4292261E-9364-4833-A546-B17D39AFB943}" destId="{F2CAE77E-A0C9-47BF-9949-9E9A17F4C456}" srcOrd="1" destOrd="0" presId="urn:microsoft.com/office/officeart/2018/2/layout/IconCircleList"/>
    <dgm:cxn modelId="{F3F3DB34-3293-497F-B1DA-1FF28F215E4E}" type="presParOf" srcId="{4292261E-9364-4833-A546-B17D39AFB943}" destId="{F335DB8A-D62D-47BF-902B-BC3F65F7C578}" srcOrd="2" destOrd="0" presId="urn:microsoft.com/office/officeart/2018/2/layout/IconCircleList"/>
    <dgm:cxn modelId="{6FB11AAB-2158-4D3E-A484-D99F76D7B2CC}" type="presParOf" srcId="{4292261E-9364-4833-A546-B17D39AFB943}" destId="{110F438D-71B5-46BB-A8AF-C824FC1C25D7}" srcOrd="3" destOrd="0" presId="urn:microsoft.com/office/officeart/2018/2/layout/IconCircleList"/>
    <dgm:cxn modelId="{639859C8-09B0-47CF-A3D5-A1D417C590B0}" type="presParOf" srcId="{C74FB103-381F-436F-A93C-4776C88C822C}" destId="{D40E105F-69B2-4A60-8903-23FE3556376F}" srcOrd="3" destOrd="0" presId="urn:microsoft.com/office/officeart/2018/2/layout/IconCircleList"/>
    <dgm:cxn modelId="{F08D6EE5-A2D9-4577-8A32-45A425EE7082}" type="presParOf" srcId="{C74FB103-381F-436F-A93C-4776C88C822C}" destId="{4E9E266C-2A65-40B3-B2ED-2F069428B952}" srcOrd="4" destOrd="0" presId="urn:microsoft.com/office/officeart/2018/2/layout/IconCircleList"/>
    <dgm:cxn modelId="{E80D6684-0B8B-45FA-888A-441904C1F78D}" type="presParOf" srcId="{4E9E266C-2A65-40B3-B2ED-2F069428B952}" destId="{09CD05B5-98D5-4466-9F03-08B37F112B44}" srcOrd="0" destOrd="0" presId="urn:microsoft.com/office/officeart/2018/2/layout/IconCircleList"/>
    <dgm:cxn modelId="{F25EA66B-D542-4354-9F56-866AA3F23CFD}" type="presParOf" srcId="{4E9E266C-2A65-40B3-B2ED-2F069428B952}" destId="{16692C2E-8D3F-43EE-87F2-9AB61AE033E4}" srcOrd="1" destOrd="0" presId="urn:microsoft.com/office/officeart/2018/2/layout/IconCircleList"/>
    <dgm:cxn modelId="{6407D615-DC5E-435E-AAA0-55D1B09B0907}" type="presParOf" srcId="{4E9E266C-2A65-40B3-B2ED-2F069428B952}" destId="{5A50C266-FF47-4E95-AFC3-84C5D7F1BB53}" srcOrd="2" destOrd="0" presId="urn:microsoft.com/office/officeart/2018/2/layout/IconCircleList"/>
    <dgm:cxn modelId="{0D892B44-CBCE-49F1-B48D-250AE74CD5B0}" type="presParOf" srcId="{4E9E266C-2A65-40B3-B2ED-2F069428B952}" destId="{CBCD8645-2BF9-4D88-AECE-87968FFA612A}" srcOrd="3" destOrd="0" presId="urn:microsoft.com/office/officeart/2018/2/layout/IconCircleList"/>
    <dgm:cxn modelId="{2960BCF9-ED37-46D8-9F7D-C54179F6E764}" type="presParOf" srcId="{C74FB103-381F-436F-A93C-4776C88C822C}" destId="{6CD9F8FB-B92A-45F6-928A-F88BA09458D3}" srcOrd="5" destOrd="0" presId="urn:microsoft.com/office/officeart/2018/2/layout/IconCircleList"/>
    <dgm:cxn modelId="{61EAE0CA-DEA6-4239-8A7B-35B48A1B5D87}" type="presParOf" srcId="{C74FB103-381F-436F-A93C-4776C88C822C}" destId="{5C5CF4BD-43DA-431B-A8F6-6592D991A6C1}" srcOrd="6" destOrd="0" presId="urn:microsoft.com/office/officeart/2018/2/layout/IconCircleList"/>
    <dgm:cxn modelId="{17D626E0-E1BA-42F7-A6A2-E6BE856340A2}" type="presParOf" srcId="{5C5CF4BD-43DA-431B-A8F6-6592D991A6C1}" destId="{29E44301-58E5-4D45-80DA-09945ECD5400}" srcOrd="0" destOrd="0" presId="urn:microsoft.com/office/officeart/2018/2/layout/IconCircleList"/>
    <dgm:cxn modelId="{A15D3B61-E8A9-4398-9757-40DB5E0F5E54}" type="presParOf" srcId="{5C5CF4BD-43DA-431B-A8F6-6592D991A6C1}" destId="{9344BA45-02E6-4B6B-B998-12F0462258A8}" srcOrd="1" destOrd="0" presId="urn:microsoft.com/office/officeart/2018/2/layout/IconCircleList"/>
    <dgm:cxn modelId="{772AEA2E-74CB-4946-A154-4DB8BEA83AAC}" type="presParOf" srcId="{5C5CF4BD-43DA-431B-A8F6-6592D991A6C1}" destId="{A04E273D-9607-41A0-B899-96C306CE63BD}" srcOrd="2" destOrd="0" presId="urn:microsoft.com/office/officeart/2018/2/layout/IconCircleList"/>
    <dgm:cxn modelId="{129FD9EF-98F1-41F4-81AC-367A4EAC1E51}" type="presParOf" srcId="{5C5CF4BD-43DA-431B-A8F6-6592D991A6C1}" destId="{5FBB0427-606E-41ED-BE3B-2BE07CD4D3E9}"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289A88A-C4D6-45EA-A6C8-A1DDA2162CC0}"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65915AC3-8BDB-4F47-AE3E-5ED8C457755C}">
      <dgm:prSet/>
      <dgm:spPr/>
      <dgm:t>
        <a:bodyPr/>
        <a:lstStyle/>
        <a:p>
          <a:r>
            <a:rPr lang="en-US"/>
            <a:t>Azure runs on UTC</a:t>
          </a:r>
        </a:p>
      </dgm:t>
    </dgm:pt>
    <dgm:pt modelId="{8A0F9C77-8959-42F7-8835-90C10EE6AF81}" type="parTrans" cxnId="{B3B59AD2-89EE-48EE-95CC-3D543F60F02B}">
      <dgm:prSet/>
      <dgm:spPr/>
      <dgm:t>
        <a:bodyPr/>
        <a:lstStyle/>
        <a:p>
          <a:endParaRPr lang="en-US"/>
        </a:p>
      </dgm:t>
    </dgm:pt>
    <dgm:pt modelId="{19AE3450-04D5-4343-80FF-B952EAC75545}" type="sibTrans" cxnId="{B3B59AD2-89EE-48EE-95CC-3D543F60F02B}">
      <dgm:prSet/>
      <dgm:spPr/>
      <dgm:t>
        <a:bodyPr/>
        <a:lstStyle/>
        <a:p>
          <a:endParaRPr lang="en-US"/>
        </a:p>
      </dgm:t>
    </dgm:pt>
    <dgm:pt modelId="{5B88F431-D512-45BC-BC6C-FEC61213B7CA}">
      <dgm:prSet/>
      <dgm:spPr/>
      <dgm:t>
        <a:bodyPr/>
        <a:lstStyle/>
        <a:p>
          <a:r>
            <a:rPr lang="en-US" b="1"/>
            <a:t>Problem:</a:t>
          </a:r>
          <a:r>
            <a:rPr lang="en-US"/>
            <a:t> Dates and “overdue” checks were off by hours, because Azure SQL runs in UTC and not Eastern time.</a:t>
          </a:r>
        </a:p>
      </dgm:t>
    </dgm:pt>
    <dgm:pt modelId="{69D6D7A2-91F4-4697-ADCE-50735E18A37B}" type="parTrans" cxnId="{6AAE1914-BC08-4536-838F-BAD18E2C1942}">
      <dgm:prSet/>
      <dgm:spPr/>
      <dgm:t>
        <a:bodyPr/>
        <a:lstStyle/>
        <a:p>
          <a:endParaRPr lang="en-US"/>
        </a:p>
      </dgm:t>
    </dgm:pt>
    <dgm:pt modelId="{24FB6A7C-2E1F-411A-AA93-E10C40899774}" type="sibTrans" cxnId="{6AAE1914-BC08-4536-838F-BAD18E2C1942}">
      <dgm:prSet/>
      <dgm:spPr/>
      <dgm:t>
        <a:bodyPr/>
        <a:lstStyle/>
        <a:p>
          <a:endParaRPr lang="en-US"/>
        </a:p>
      </dgm:t>
    </dgm:pt>
    <dgm:pt modelId="{28BC5E29-36BC-44EF-8CDE-3EFFEF88388E}">
      <dgm:prSet/>
      <dgm:spPr/>
      <dgm:t>
        <a:bodyPr/>
        <a:lstStyle/>
        <a:p>
          <a:r>
            <a:rPr lang="en-US" b="1"/>
            <a:t>Lesson:</a:t>
          </a:r>
          <a:r>
            <a:rPr lang="en-US"/>
            <a:t> Never trust the server’s clock. I wrote businessToday() and businessNow() functions and used them everywhere.</a:t>
          </a:r>
        </a:p>
      </dgm:t>
    </dgm:pt>
    <dgm:pt modelId="{7457AED3-7F66-4143-9AB1-18155221B3C0}" type="parTrans" cxnId="{8B73B8DA-0389-4D8B-BDFB-C0CE266BBCCE}">
      <dgm:prSet/>
      <dgm:spPr/>
      <dgm:t>
        <a:bodyPr/>
        <a:lstStyle/>
        <a:p>
          <a:endParaRPr lang="en-US"/>
        </a:p>
      </dgm:t>
    </dgm:pt>
    <dgm:pt modelId="{483B2BB8-C446-43EE-B6D1-39958A0A7BEA}" type="sibTrans" cxnId="{8B73B8DA-0389-4D8B-BDFB-C0CE266BBCCE}">
      <dgm:prSet/>
      <dgm:spPr/>
      <dgm:t>
        <a:bodyPr/>
        <a:lstStyle/>
        <a:p>
          <a:endParaRPr lang="en-US"/>
        </a:p>
      </dgm:t>
    </dgm:pt>
    <dgm:pt modelId="{A9198A6B-F2AA-47AF-B43A-6EA4F51D3941}">
      <dgm:prSet/>
      <dgm:spPr/>
      <dgm:t>
        <a:bodyPr/>
        <a:lstStyle/>
        <a:p>
          <a:r>
            <a:rPr lang="en-US"/>
            <a:t>Stale JWT token</a:t>
          </a:r>
        </a:p>
      </dgm:t>
    </dgm:pt>
    <dgm:pt modelId="{482559D6-F5E5-4E6F-9961-DF1945254217}" type="parTrans" cxnId="{B4439179-D397-49B3-9C69-3C50DA58F481}">
      <dgm:prSet/>
      <dgm:spPr/>
      <dgm:t>
        <a:bodyPr/>
        <a:lstStyle/>
        <a:p>
          <a:endParaRPr lang="en-US"/>
        </a:p>
      </dgm:t>
    </dgm:pt>
    <dgm:pt modelId="{5CD1C7C5-EDAC-4A4C-8B2D-E8A1B2FFA065}" type="sibTrans" cxnId="{B4439179-D397-49B3-9C69-3C50DA58F481}">
      <dgm:prSet/>
      <dgm:spPr/>
      <dgm:t>
        <a:bodyPr/>
        <a:lstStyle/>
        <a:p>
          <a:endParaRPr lang="en-US"/>
        </a:p>
      </dgm:t>
    </dgm:pt>
    <dgm:pt modelId="{1A358DC3-23D4-4D58-B4B2-6BD26F472A06}">
      <dgm:prSet/>
      <dgm:spPr/>
      <dgm:t>
        <a:bodyPr/>
        <a:lstStyle/>
        <a:p>
          <a:r>
            <a:rPr lang="en-US" b="1"/>
            <a:t>Problem: </a:t>
          </a:r>
          <a:r>
            <a:rPr lang="en-US"/>
            <a:t>After I had reset a password for a customer account in Admin, nobody could log in. An old “must change password” token was still stored in the browser and got attached to the login request. </a:t>
          </a:r>
        </a:p>
      </dgm:t>
    </dgm:pt>
    <dgm:pt modelId="{73E65ADD-60D0-474F-973F-E243852ADA4F}" type="parTrans" cxnId="{4D5E97E4-4C6C-422B-BC17-CC0109C58650}">
      <dgm:prSet/>
      <dgm:spPr/>
      <dgm:t>
        <a:bodyPr/>
        <a:lstStyle/>
        <a:p>
          <a:endParaRPr lang="en-US"/>
        </a:p>
      </dgm:t>
    </dgm:pt>
    <dgm:pt modelId="{821736A9-A8CE-4A8D-BC4A-734F16CC6F12}" type="sibTrans" cxnId="{4D5E97E4-4C6C-422B-BC17-CC0109C58650}">
      <dgm:prSet/>
      <dgm:spPr/>
      <dgm:t>
        <a:bodyPr/>
        <a:lstStyle/>
        <a:p>
          <a:endParaRPr lang="en-US"/>
        </a:p>
      </dgm:t>
    </dgm:pt>
    <dgm:pt modelId="{7F06FBB8-6F95-4DCD-AE1A-B71CAF6C08ED}">
      <dgm:prSet/>
      <dgm:spPr/>
      <dgm:t>
        <a:bodyPr/>
        <a:lstStyle/>
        <a:p>
          <a:r>
            <a:rPr lang="en-US" b="1"/>
            <a:t>Lesson:</a:t>
          </a:r>
          <a:r>
            <a:rPr lang="en-US"/>
            <a:t> Think through every state a token can be in. I cleared it and exempted /api/auth from the password-change block. 	</a:t>
          </a:r>
        </a:p>
      </dgm:t>
    </dgm:pt>
    <dgm:pt modelId="{D6D782F3-B8EF-47BB-BECC-703181587CD7}" type="parTrans" cxnId="{FB1CC4B6-B999-48FD-87FC-FD3F29A66E0E}">
      <dgm:prSet/>
      <dgm:spPr/>
      <dgm:t>
        <a:bodyPr/>
        <a:lstStyle/>
        <a:p>
          <a:endParaRPr lang="en-US"/>
        </a:p>
      </dgm:t>
    </dgm:pt>
    <dgm:pt modelId="{ADA44833-FCD2-406C-8B25-C404572938BC}" type="sibTrans" cxnId="{FB1CC4B6-B999-48FD-87FC-FD3F29A66E0E}">
      <dgm:prSet/>
      <dgm:spPr/>
      <dgm:t>
        <a:bodyPr/>
        <a:lstStyle/>
        <a:p>
          <a:endParaRPr lang="en-US"/>
        </a:p>
      </dgm:t>
    </dgm:pt>
    <dgm:pt modelId="{5A51E61A-8850-47D5-9FE0-D53ED558A533}" type="pres">
      <dgm:prSet presAssocID="{E289A88A-C4D6-45EA-A6C8-A1DDA2162CC0}" presName="linear" presStyleCnt="0">
        <dgm:presLayoutVars>
          <dgm:dir/>
          <dgm:animLvl val="lvl"/>
          <dgm:resizeHandles val="exact"/>
        </dgm:presLayoutVars>
      </dgm:prSet>
      <dgm:spPr/>
    </dgm:pt>
    <dgm:pt modelId="{4D20D7D0-1A95-4D83-B25F-B86FCA6A8AE4}" type="pres">
      <dgm:prSet presAssocID="{65915AC3-8BDB-4F47-AE3E-5ED8C457755C}" presName="parentLin" presStyleCnt="0"/>
      <dgm:spPr/>
    </dgm:pt>
    <dgm:pt modelId="{6A6FD9D9-5D32-4433-9935-6F24EE9DCA52}" type="pres">
      <dgm:prSet presAssocID="{65915AC3-8BDB-4F47-AE3E-5ED8C457755C}" presName="parentLeftMargin" presStyleLbl="node1" presStyleIdx="0" presStyleCnt="2"/>
      <dgm:spPr/>
    </dgm:pt>
    <dgm:pt modelId="{0E0CA35F-5343-45ED-A7BF-B2EC9684B0E1}" type="pres">
      <dgm:prSet presAssocID="{65915AC3-8BDB-4F47-AE3E-5ED8C457755C}" presName="parentText" presStyleLbl="node1" presStyleIdx="0" presStyleCnt="2">
        <dgm:presLayoutVars>
          <dgm:chMax val="0"/>
          <dgm:bulletEnabled val="1"/>
        </dgm:presLayoutVars>
      </dgm:prSet>
      <dgm:spPr/>
    </dgm:pt>
    <dgm:pt modelId="{59B8565E-E67B-4F42-BEF4-FFF1C9481BFA}" type="pres">
      <dgm:prSet presAssocID="{65915AC3-8BDB-4F47-AE3E-5ED8C457755C}" presName="negativeSpace" presStyleCnt="0"/>
      <dgm:spPr/>
    </dgm:pt>
    <dgm:pt modelId="{03312BB4-488E-4B67-8999-3B5C55BD61A1}" type="pres">
      <dgm:prSet presAssocID="{65915AC3-8BDB-4F47-AE3E-5ED8C457755C}" presName="childText" presStyleLbl="conFgAcc1" presStyleIdx="0" presStyleCnt="2">
        <dgm:presLayoutVars>
          <dgm:bulletEnabled val="1"/>
        </dgm:presLayoutVars>
      </dgm:prSet>
      <dgm:spPr/>
    </dgm:pt>
    <dgm:pt modelId="{02B5EE45-3C76-4D43-AF1C-11739078CC31}" type="pres">
      <dgm:prSet presAssocID="{19AE3450-04D5-4343-80FF-B952EAC75545}" presName="spaceBetweenRectangles" presStyleCnt="0"/>
      <dgm:spPr/>
    </dgm:pt>
    <dgm:pt modelId="{1A3CD60E-8823-47F0-804F-F72C6EE95C82}" type="pres">
      <dgm:prSet presAssocID="{A9198A6B-F2AA-47AF-B43A-6EA4F51D3941}" presName="parentLin" presStyleCnt="0"/>
      <dgm:spPr/>
    </dgm:pt>
    <dgm:pt modelId="{7140B90F-D590-4657-B3FE-45FCD32247F1}" type="pres">
      <dgm:prSet presAssocID="{A9198A6B-F2AA-47AF-B43A-6EA4F51D3941}" presName="parentLeftMargin" presStyleLbl="node1" presStyleIdx="0" presStyleCnt="2"/>
      <dgm:spPr/>
    </dgm:pt>
    <dgm:pt modelId="{25DA3DBF-A07D-41D8-AF55-428F1296066C}" type="pres">
      <dgm:prSet presAssocID="{A9198A6B-F2AA-47AF-B43A-6EA4F51D3941}" presName="parentText" presStyleLbl="node1" presStyleIdx="1" presStyleCnt="2">
        <dgm:presLayoutVars>
          <dgm:chMax val="0"/>
          <dgm:bulletEnabled val="1"/>
        </dgm:presLayoutVars>
      </dgm:prSet>
      <dgm:spPr/>
    </dgm:pt>
    <dgm:pt modelId="{50AC7BF1-A933-4AD8-8EF4-85CAD73F5102}" type="pres">
      <dgm:prSet presAssocID="{A9198A6B-F2AA-47AF-B43A-6EA4F51D3941}" presName="negativeSpace" presStyleCnt="0"/>
      <dgm:spPr/>
    </dgm:pt>
    <dgm:pt modelId="{3DD04290-81BA-4B7F-BE6E-B55634317E54}" type="pres">
      <dgm:prSet presAssocID="{A9198A6B-F2AA-47AF-B43A-6EA4F51D3941}" presName="childText" presStyleLbl="conFgAcc1" presStyleIdx="1" presStyleCnt="2">
        <dgm:presLayoutVars>
          <dgm:bulletEnabled val="1"/>
        </dgm:presLayoutVars>
      </dgm:prSet>
      <dgm:spPr/>
    </dgm:pt>
  </dgm:ptLst>
  <dgm:cxnLst>
    <dgm:cxn modelId="{AC703904-49E4-4A5F-9A08-792CDCB2ECB7}" type="presOf" srcId="{A9198A6B-F2AA-47AF-B43A-6EA4F51D3941}" destId="{7140B90F-D590-4657-B3FE-45FCD32247F1}" srcOrd="0" destOrd="0" presId="urn:microsoft.com/office/officeart/2005/8/layout/list1"/>
    <dgm:cxn modelId="{6AAE1914-BC08-4536-838F-BAD18E2C1942}" srcId="{65915AC3-8BDB-4F47-AE3E-5ED8C457755C}" destId="{5B88F431-D512-45BC-BC6C-FEC61213B7CA}" srcOrd="0" destOrd="0" parTransId="{69D6D7A2-91F4-4697-ADCE-50735E18A37B}" sibTransId="{24FB6A7C-2E1F-411A-AA93-E10C40899774}"/>
    <dgm:cxn modelId="{61CEC319-9929-44D5-8046-6CB589D138B6}" type="presOf" srcId="{5B88F431-D512-45BC-BC6C-FEC61213B7CA}" destId="{03312BB4-488E-4B67-8999-3B5C55BD61A1}" srcOrd="0" destOrd="0" presId="urn:microsoft.com/office/officeart/2005/8/layout/list1"/>
    <dgm:cxn modelId="{CF9BD430-9BCE-428E-B1CF-45D5C9E66645}" type="presOf" srcId="{A9198A6B-F2AA-47AF-B43A-6EA4F51D3941}" destId="{25DA3DBF-A07D-41D8-AF55-428F1296066C}" srcOrd="1" destOrd="0" presId="urn:microsoft.com/office/officeart/2005/8/layout/list1"/>
    <dgm:cxn modelId="{709EE835-5A1D-4AAA-A610-BCDCE910F5A9}" type="presOf" srcId="{65915AC3-8BDB-4F47-AE3E-5ED8C457755C}" destId="{6A6FD9D9-5D32-4433-9935-6F24EE9DCA52}" srcOrd="0" destOrd="0" presId="urn:microsoft.com/office/officeart/2005/8/layout/list1"/>
    <dgm:cxn modelId="{B4439179-D397-49B3-9C69-3C50DA58F481}" srcId="{E289A88A-C4D6-45EA-A6C8-A1DDA2162CC0}" destId="{A9198A6B-F2AA-47AF-B43A-6EA4F51D3941}" srcOrd="1" destOrd="0" parTransId="{482559D6-F5E5-4E6F-9961-DF1945254217}" sibTransId="{5CD1C7C5-EDAC-4A4C-8B2D-E8A1B2FFA065}"/>
    <dgm:cxn modelId="{FB1CC4B6-B999-48FD-87FC-FD3F29A66E0E}" srcId="{A9198A6B-F2AA-47AF-B43A-6EA4F51D3941}" destId="{7F06FBB8-6F95-4DCD-AE1A-B71CAF6C08ED}" srcOrd="1" destOrd="0" parTransId="{D6D782F3-B8EF-47BB-BECC-703181587CD7}" sibTransId="{ADA44833-FCD2-406C-8B25-C404572938BC}"/>
    <dgm:cxn modelId="{208959CC-7468-4EA7-95CB-500D7F96D87E}" type="presOf" srcId="{1A358DC3-23D4-4D58-B4B2-6BD26F472A06}" destId="{3DD04290-81BA-4B7F-BE6E-B55634317E54}" srcOrd="0" destOrd="0" presId="urn:microsoft.com/office/officeart/2005/8/layout/list1"/>
    <dgm:cxn modelId="{11C164D2-7FE7-46D9-84CE-2BE9B9FE3188}" type="presOf" srcId="{E289A88A-C4D6-45EA-A6C8-A1DDA2162CC0}" destId="{5A51E61A-8850-47D5-9FE0-D53ED558A533}" srcOrd="0" destOrd="0" presId="urn:microsoft.com/office/officeart/2005/8/layout/list1"/>
    <dgm:cxn modelId="{B3B59AD2-89EE-48EE-95CC-3D543F60F02B}" srcId="{E289A88A-C4D6-45EA-A6C8-A1DDA2162CC0}" destId="{65915AC3-8BDB-4F47-AE3E-5ED8C457755C}" srcOrd="0" destOrd="0" parTransId="{8A0F9C77-8959-42F7-8835-90C10EE6AF81}" sibTransId="{19AE3450-04D5-4343-80FF-B952EAC75545}"/>
    <dgm:cxn modelId="{DC77E9D5-835F-478C-9841-828E8AE617D2}" type="presOf" srcId="{65915AC3-8BDB-4F47-AE3E-5ED8C457755C}" destId="{0E0CA35F-5343-45ED-A7BF-B2EC9684B0E1}" srcOrd="1" destOrd="0" presId="urn:microsoft.com/office/officeart/2005/8/layout/list1"/>
    <dgm:cxn modelId="{8B73B8DA-0389-4D8B-BDFB-C0CE266BBCCE}" srcId="{65915AC3-8BDB-4F47-AE3E-5ED8C457755C}" destId="{28BC5E29-36BC-44EF-8CDE-3EFFEF88388E}" srcOrd="1" destOrd="0" parTransId="{7457AED3-7F66-4143-9AB1-18155221B3C0}" sibTransId="{483B2BB8-C446-43EE-B6D1-39958A0A7BEA}"/>
    <dgm:cxn modelId="{4D5E97E4-4C6C-422B-BC17-CC0109C58650}" srcId="{A9198A6B-F2AA-47AF-B43A-6EA4F51D3941}" destId="{1A358DC3-23D4-4D58-B4B2-6BD26F472A06}" srcOrd="0" destOrd="0" parTransId="{73E65ADD-60D0-474F-973F-E243852ADA4F}" sibTransId="{821736A9-A8CE-4A8D-BC4A-734F16CC6F12}"/>
    <dgm:cxn modelId="{516F3BEA-D825-4206-9340-6A7CC77ACBE0}" type="presOf" srcId="{7F06FBB8-6F95-4DCD-AE1A-B71CAF6C08ED}" destId="{3DD04290-81BA-4B7F-BE6E-B55634317E54}" srcOrd="0" destOrd="1" presId="urn:microsoft.com/office/officeart/2005/8/layout/list1"/>
    <dgm:cxn modelId="{DFDC60F9-63B3-4AF5-B13E-9187A4FB90D5}" type="presOf" srcId="{28BC5E29-36BC-44EF-8CDE-3EFFEF88388E}" destId="{03312BB4-488E-4B67-8999-3B5C55BD61A1}" srcOrd="0" destOrd="1" presId="urn:microsoft.com/office/officeart/2005/8/layout/list1"/>
    <dgm:cxn modelId="{64D08022-02AD-460A-B634-9DFDB8B6EEED}" type="presParOf" srcId="{5A51E61A-8850-47D5-9FE0-D53ED558A533}" destId="{4D20D7D0-1A95-4D83-B25F-B86FCA6A8AE4}" srcOrd="0" destOrd="0" presId="urn:microsoft.com/office/officeart/2005/8/layout/list1"/>
    <dgm:cxn modelId="{BB6AFB80-0AD9-4137-9C8C-421618754237}" type="presParOf" srcId="{4D20D7D0-1A95-4D83-B25F-B86FCA6A8AE4}" destId="{6A6FD9D9-5D32-4433-9935-6F24EE9DCA52}" srcOrd="0" destOrd="0" presId="urn:microsoft.com/office/officeart/2005/8/layout/list1"/>
    <dgm:cxn modelId="{51923A34-5EC1-489B-A37E-FBCCD6E17ECE}" type="presParOf" srcId="{4D20D7D0-1A95-4D83-B25F-B86FCA6A8AE4}" destId="{0E0CA35F-5343-45ED-A7BF-B2EC9684B0E1}" srcOrd="1" destOrd="0" presId="urn:microsoft.com/office/officeart/2005/8/layout/list1"/>
    <dgm:cxn modelId="{BEF99A00-E31A-4674-A45A-0401995A3946}" type="presParOf" srcId="{5A51E61A-8850-47D5-9FE0-D53ED558A533}" destId="{59B8565E-E67B-4F42-BEF4-FFF1C9481BFA}" srcOrd="1" destOrd="0" presId="urn:microsoft.com/office/officeart/2005/8/layout/list1"/>
    <dgm:cxn modelId="{403683FE-A576-45E9-A0C4-7CB26066DECD}" type="presParOf" srcId="{5A51E61A-8850-47D5-9FE0-D53ED558A533}" destId="{03312BB4-488E-4B67-8999-3B5C55BD61A1}" srcOrd="2" destOrd="0" presId="urn:microsoft.com/office/officeart/2005/8/layout/list1"/>
    <dgm:cxn modelId="{3C930F5C-B26C-45C4-AA8E-47319F95C7E5}" type="presParOf" srcId="{5A51E61A-8850-47D5-9FE0-D53ED558A533}" destId="{02B5EE45-3C76-4D43-AF1C-11739078CC31}" srcOrd="3" destOrd="0" presId="urn:microsoft.com/office/officeart/2005/8/layout/list1"/>
    <dgm:cxn modelId="{3324FA35-3F2B-4647-B1EC-7A0B02C9558F}" type="presParOf" srcId="{5A51E61A-8850-47D5-9FE0-D53ED558A533}" destId="{1A3CD60E-8823-47F0-804F-F72C6EE95C82}" srcOrd="4" destOrd="0" presId="urn:microsoft.com/office/officeart/2005/8/layout/list1"/>
    <dgm:cxn modelId="{F3AC2191-ED33-4542-A555-7860A967DE0E}" type="presParOf" srcId="{1A3CD60E-8823-47F0-804F-F72C6EE95C82}" destId="{7140B90F-D590-4657-B3FE-45FCD32247F1}" srcOrd="0" destOrd="0" presId="urn:microsoft.com/office/officeart/2005/8/layout/list1"/>
    <dgm:cxn modelId="{80DFA128-1BA2-4A4A-9688-6DCF194F3B49}" type="presParOf" srcId="{1A3CD60E-8823-47F0-804F-F72C6EE95C82}" destId="{25DA3DBF-A07D-41D8-AF55-428F1296066C}" srcOrd="1" destOrd="0" presId="urn:microsoft.com/office/officeart/2005/8/layout/list1"/>
    <dgm:cxn modelId="{75FDDA4D-A87C-423E-B319-C70E83EE37C7}" type="presParOf" srcId="{5A51E61A-8850-47D5-9FE0-D53ED558A533}" destId="{50AC7BF1-A933-4AD8-8EF4-85CAD73F5102}" srcOrd="5" destOrd="0" presId="urn:microsoft.com/office/officeart/2005/8/layout/list1"/>
    <dgm:cxn modelId="{E5637D98-2943-4729-A1F3-4AC61C3DDFF8}" type="presParOf" srcId="{5A51E61A-8850-47D5-9FE0-D53ED558A533}" destId="{3DD04290-81BA-4B7F-BE6E-B55634317E54}"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90EF9CD-744B-4EBE-9968-BFF976CB9017}"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E402A459-3D3F-4623-B711-220BFE82DF1D}">
      <dgm:prSet/>
      <dgm:spPr/>
      <dgm:t>
        <a:bodyPr/>
        <a:lstStyle/>
        <a:p>
          <a:pPr>
            <a:defRPr b="1"/>
          </a:pPr>
          <a:r>
            <a:rPr lang="en-US"/>
            <a:t>Improve Mobile Experience</a:t>
          </a:r>
        </a:p>
      </dgm:t>
    </dgm:pt>
    <dgm:pt modelId="{E605DE58-D2A5-4A2D-BE07-CD9F3530555B}" type="parTrans" cxnId="{6E945032-4219-41F6-A4A0-516FE6E96F71}">
      <dgm:prSet/>
      <dgm:spPr/>
      <dgm:t>
        <a:bodyPr/>
        <a:lstStyle/>
        <a:p>
          <a:endParaRPr lang="en-US" sz="1800"/>
        </a:p>
      </dgm:t>
    </dgm:pt>
    <dgm:pt modelId="{4ADEB7D3-EA8A-4002-BBD3-0BF114453527}" type="sibTrans" cxnId="{6E945032-4219-41F6-A4A0-516FE6E96F71}">
      <dgm:prSet/>
      <dgm:spPr/>
      <dgm:t>
        <a:bodyPr/>
        <a:lstStyle/>
        <a:p>
          <a:endParaRPr lang="en-US"/>
        </a:p>
      </dgm:t>
    </dgm:pt>
    <dgm:pt modelId="{351D1407-336C-4800-887E-72AA837D338B}">
      <dgm:prSet/>
      <dgm:spPr/>
      <dgm:t>
        <a:bodyPr/>
        <a:lstStyle/>
        <a:p>
          <a:pPr>
            <a:buFont typeface="Arial" panose="020B0604020202020204" pitchFamily="34" charset="0"/>
            <a:buChar char="•"/>
          </a:pPr>
          <a:r>
            <a:rPr lang="en-US" dirty="0"/>
            <a:t>Mobile-friendly navigation</a:t>
          </a:r>
        </a:p>
      </dgm:t>
    </dgm:pt>
    <dgm:pt modelId="{134CC042-306D-4C4B-A7DD-0F58E3D219DB}" type="parTrans" cxnId="{529A04D9-DB23-43EB-BBCB-3584DA583988}">
      <dgm:prSet/>
      <dgm:spPr/>
      <dgm:t>
        <a:bodyPr/>
        <a:lstStyle/>
        <a:p>
          <a:endParaRPr lang="en-US" sz="1800"/>
        </a:p>
      </dgm:t>
    </dgm:pt>
    <dgm:pt modelId="{6665B37B-D542-4C59-AD81-369254E5EF64}" type="sibTrans" cxnId="{529A04D9-DB23-43EB-BBCB-3584DA583988}">
      <dgm:prSet/>
      <dgm:spPr/>
      <dgm:t>
        <a:bodyPr/>
        <a:lstStyle/>
        <a:p>
          <a:endParaRPr lang="en-US"/>
        </a:p>
      </dgm:t>
    </dgm:pt>
    <dgm:pt modelId="{E9C62F3C-8D55-4578-BB8B-3E1B5205C379}">
      <dgm:prSet/>
      <dgm:spPr/>
      <dgm:t>
        <a:bodyPr/>
        <a:lstStyle/>
        <a:p>
          <a:pPr>
            <a:buFont typeface="Arial" panose="020B0604020202020204" pitchFamily="34" charset="0"/>
            <a:buChar char="•"/>
          </a:pPr>
          <a:r>
            <a:rPr lang="en-US" dirty="0"/>
            <a:t>Responsive layouts for each page</a:t>
          </a:r>
        </a:p>
      </dgm:t>
    </dgm:pt>
    <dgm:pt modelId="{6E2C6564-8C67-4B2A-A238-1B31A2C2BE73}" type="parTrans" cxnId="{2E8A09EB-29BD-42AF-95AC-6D8BE266126D}">
      <dgm:prSet/>
      <dgm:spPr/>
      <dgm:t>
        <a:bodyPr/>
        <a:lstStyle/>
        <a:p>
          <a:endParaRPr lang="en-US" sz="1800"/>
        </a:p>
      </dgm:t>
    </dgm:pt>
    <dgm:pt modelId="{822D06A7-BAB2-4B41-B01A-5FE4BDE73456}" type="sibTrans" cxnId="{2E8A09EB-29BD-42AF-95AC-6D8BE266126D}">
      <dgm:prSet/>
      <dgm:spPr/>
      <dgm:t>
        <a:bodyPr/>
        <a:lstStyle/>
        <a:p>
          <a:endParaRPr lang="en-US"/>
        </a:p>
      </dgm:t>
    </dgm:pt>
    <dgm:pt modelId="{F4C0CC14-70C3-4640-8A22-8282CD39D01F}">
      <dgm:prSet/>
      <dgm:spPr/>
      <dgm:t>
        <a:bodyPr/>
        <a:lstStyle/>
        <a:p>
          <a:pPr>
            <a:defRPr b="1"/>
          </a:pPr>
          <a:r>
            <a:rPr lang="en-US"/>
            <a:t>Stronger Security</a:t>
          </a:r>
        </a:p>
      </dgm:t>
    </dgm:pt>
    <dgm:pt modelId="{DB5FCDD2-3AD4-42AB-8250-5EF896A73D2F}" type="parTrans" cxnId="{CCD851D1-9D53-451F-8E3E-285614A65B08}">
      <dgm:prSet/>
      <dgm:spPr/>
      <dgm:t>
        <a:bodyPr/>
        <a:lstStyle/>
        <a:p>
          <a:endParaRPr lang="en-US" sz="1800"/>
        </a:p>
      </dgm:t>
    </dgm:pt>
    <dgm:pt modelId="{7FFC8FBB-97EE-4AFF-8214-1791C665CF6D}" type="sibTrans" cxnId="{CCD851D1-9D53-451F-8E3E-285614A65B08}">
      <dgm:prSet/>
      <dgm:spPr/>
      <dgm:t>
        <a:bodyPr/>
        <a:lstStyle/>
        <a:p>
          <a:endParaRPr lang="en-US"/>
        </a:p>
      </dgm:t>
    </dgm:pt>
    <dgm:pt modelId="{E754D884-44F0-4D9C-A584-4188685CC1AF}">
      <dgm:prSet/>
      <dgm:spPr/>
      <dgm:t>
        <a:bodyPr/>
        <a:lstStyle/>
        <a:p>
          <a:r>
            <a:rPr lang="en-US"/>
            <a:t>2FA</a:t>
          </a:r>
        </a:p>
      </dgm:t>
    </dgm:pt>
    <dgm:pt modelId="{345F6C62-488A-4A88-B9EC-A07C56DA726D}" type="parTrans" cxnId="{CFDA77CF-99DA-486A-A96F-7EF8998A28CE}">
      <dgm:prSet/>
      <dgm:spPr/>
      <dgm:t>
        <a:bodyPr/>
        <a:lstStyle/>
        <a:p>
          <a:endParaRPr lang="en-US" sz="1800"/>
        </a:p>
      </dgm:t>
    </dgm:pt>
    <dgm:pt modelId="{C753EAC2-7FF9-475F-9FF6-C9FFFC760223}" type="sibTrans" cxnId="{CFDA77CF-99DA-486A-A96F-7EF8998A28CE}">
      <dgm:prSet/>
      <dgm:spPr/>
      <dgm:t>
        <a:bodyPr/>
        <a:lstStyle/>
        <a:p>
          <a:endParaRPr lang="en-US"/>
        </a:p>
      </dgm:t>
    </dgm:pt>
    <dgm:pt modelId="{4F567D3F-A19F-4CB1-96CD-AAC7E0CC418F}">
      <dgm:prSet/>
      <dgm:spPr/>
      <dgm:t>
        <a:bodyPr/>
        <a:lstStyle/>
        <a:p>
          <a:r>
            <a:rPr lang="en-US"/>
            <a:t>Email verification at sign-up</a:t>
          </a:r>
        </a:p>
      </dgm:t>
    </dgm:pt>
    <dgm:pt modelId="{436EA84E-FB76-498B-907A-3B6EBD6280AF}" type="parTrans" cxnId="{561248E3-8AEE-42DA-B1B2-3AAAAA0BDB49}">
      <dgm:prSet/>
      <dgm:spPr/>
      <dgm:t>
        <a:bodyPr/>
        <a:lstStyle/>
        <a:p>
          <a:endParaRPr lang="en-US" sz="1800"/>
        </a:p>
      </dgm:t>
    </dgm:pt>
    <dgm:pt modelId="{7C0F0CEB-9357-4B6B-AB1B-BEDC20BC383E}" type="sibTrans" cxnId="{561248E3-8AEE-42DA-B1B2-3AAAAA0BDB49}">
      <dgm:prSet/>
      <dgm:spPr/>
      <dgm:t>
        <a:bodyPr/>
        <a:lstStyle/>
        <a:p>
          <a:endParaRPr lang="en-US"/>
        </a:p>
      </dgm:t>
    </dgm:pt>
    <dgm:pt modelId="{F9B53BB4-8033-41A0-B01F-20B61367DBA7}">
      <dgm:prSet/>
      <dgm:spPr/>
      <dgm:t>
        <a:bodyPr/>
        <a:lstStyle/>
        <a:p>
          <a:r>
            <a:rPr lang="en-US" dirty="0"/>
            <a:t>Refresh Tokens</a:t>
          </a:r>
        </a:p>
      </dgm:t>
    </dgm:pt>
    <dgm:pt modelId="{0800FE18-08C8-414C-8544-CC1E991C1935}" type="parTrans" cxnId="{06DEB8CA-C31C-4B82-93F9-31D7F4A91AF7}">
      <dgm:prSet/>
      <dgm:spPr/>
      <dgm:t>
        <a:bodyPr/>
        <a:lstStyle/>
        <a:p>
          <a:endParaRPr lang="en-US" sz="1800"/>
        </a:p>
      </dgm:t>
    </dgm:pt>
    <dgm:pt modelId="{12668919-6899-45AD-B2FB-625E6918FAFD}" type="sibTrans" cxnId="{06DEB8CA-C31C-4B82-93F9-31D7F4A91AF7}">
      <dgm:prSet/>
      <dgm:spPr/>
      <dgm:t>
        <a:bodyPr/>
        <a:lstStyle/>
        <a:p>
          <a:endParaRPr lang="en-US"/>
        </a:p>
      </dgm:t>
    </dgm:pt>
    <dgm:pt modelId="{68CA8627-7B60-4F51-A592-EA6B3CA355D9}">
      <dgm:prSet/>
      <dgm:spPr/>
      <dgm:t>
        <a:bodyPr/>
        <a:lstStyle/>
        <a:p>
          <a:pPr>
            <a:defRPr b="1"/>
          </a:pPr>
          <a:r>
            <a:rPr lang="en-US"/>
            <a:t>Richer Payment system</a:t>
          </a:r>
        </a:p>
      </dgm:t>
    </dgm:pt>
    <dgm:pt modelId="{4FB5F8BE-10AA-4042-9CFB-49E31B80E931}" type="parTrans" cxnId="{8885EF83-752F-45CE-A682-D065D2562E29}">
      <dgm:prSet/>
      <dgm:spPr/>
      <dgm:t>
        <a:bodyPr/>
        <a:lstStyle/>
        <a:p>
          <a:endParaRPr lang="en-US" sz="1800"/>
        </a:p>
      </dgm:t>
    </dgm:pt>
    <dgm:pt modelId="{7C92C2CF-2531-401B-A5E7-F2BAC6C229E6}" type="sibTrans" cxnId="{8885EF83-752F-45CE-A682-D065D2562E29}">
      <dgm:prSet/>
      <dgm:spPr/>
      <dgm:t>
        <a:bodyPr/>
        <a:lstStyle/>
        <a:p>
          <a:endParaRPr lang="en-US"/>
        </a:p>
      </dgm:t>
    </dgm:pt>
    <dgm:pt modelId="{A741164F-657B-4366-85F3-4236DB529979}">
      <dgm:prSet/>
      <dgm:spPr/>
      <dgm:t>
        <a:bodyPr/>
        <a:lstStyle/>
        <a:p>
          <a:r>
            <a:rPr lang="en-US"/>
            <a:t>Pay by debit/credit, Paypal or check</a:t>
          </a:r>
        </a:p>
      </dgm:t>
    </dgm:pt>
    <dgm:pt modelId="{51A4B583-A647-4E1D-ADC3-12F64C36FB4C}" type="parTrans" cxnId="{000FD03B-1B9D-428C-BF58-DA09CB301AD5}">
      <dgm:prSet/>
      <dgm:spPr/>
      <dgm:t>
        <a:bodyPr/>
        <a:lstStyle/>
        <a:p>
          <a:endParaRPr lang="en-US" sz="1800"/>
        </a:p>
      </dgm:t>
    </dgm:pt>
    <dgm:pt modelId="{C6688400-37F5-4D37-AA3F-550BF7868684}" type="sibTrans" cxnId="{000FD03B-1B9D-428C-BF58-DA09CB301AD5}">
      <dgm:prSet/>
      <dgm:spPr/>
      <dgm:t>
        <a:bodyPr/>
        <a:lstStyle/>
        <a:p>
          <a:endParaRPr lang="en-US"/>
        </a:p>
      </dgm:t>
    </dgm:pt>
    <dgm:pt modelId="{3F23F564-59FE-42CB-A1D4-50391A5377ED}">
      <dgm:prSet/>
      <dgm:spPr/>
      <dgm:t>
        <a:bodyPr/>
        <a:lstStyle/>
        <a:p>
          <a:r>
            <a:rPr lang="en-US"/>
            <a:t>Automatic recurring payments</a:t>
          </a:r>
        </a:p>
      </dgm:t>
    </dgm:pt>
    <dgm:pt modelId="{77D2D197-23DF-4629-9B34-A610A66AC4DD}" type="parTrans" cxnId="{5D170635-636B-4AA3-A90F-8DFADB8FC829}">
      <dgm:prSet/>
      <dgm:spPr/>
      <dgm:t>
        <a:bodyPr/>
        <a:lstStyle/>
        <a:p>
          <a:endParaRPr lang="en-US" sz="1800"/>
        </a:p>
      </dgm:t>
    </dgm:pt>
    <dgm:pt modelId="{44ACFDB6-DDF3-4F1E-808D-D0E4779A89E7}" type="sibTrans" cxnId="{5D170635-636B-4AA3-A90F-8DFADB8FC829}">
      <dgm:prSet/>
      <dgm:spPr/>
      <dgm:t>
        <a:bodyPr/>
        <a:lstStyle/>
        <a:p>
          <a:endParaRPr lang="en-US"/>
        </a:p>
      </dgm:t>
    </dgm:pt>
    <dgm:pt modelId="{BE6E554F-F76B-4160-89C4-C8574984D4DB}">
      <dgm:prSet/>
      <dgm:spPr/>
      <dgm:t>
        <a:bodyPr/>
        <a:lstStyle/>
        <a:p>
          <a:r>
            <a:rPr lang="en-US"/>
            <a:t>Email Receipts</a:t>
          </a:r>
        </a:p>
      </dgm:t>
    </dgm:pt>
    <dgm:pt modelId="{52B16794-DD48-4BEA-9CD2-EAEEFB721936}" type="parTrans" cxnId="{A5386E99-F740-45DB-8888-97815C9BFD9C}">
      <dgm:prSet/>
      <dgm:spPr/>
      <dgm:t>
        <a:bodyPr/>
        <a:lstStyle/>
        <a:p>
          <a:endParaRPr lang="en-US" sz="1800"/>
        </a:p>
      </dgm:t>
    </dgm:pt>
    <dgm:pt modelId="{30D38AC1-7ADC-4AE8-A410-D5A6CDB98B43}" type="sibTrans" cxnId="{A5386E99-F740-45DB-8888-97815C9BFD9C}">
      <dgm:prSet/>
      <dgm:spPr/>
      <dgm:t>
        <a:bodyPr/>
        <a:lstStyle/>
        <a:p>
          <a:endParaRPr lang="en-US"/>
        </a:p>
      </dgm:t>
    </dgm:pt>
    <dgm:pt modelId="{29029D39-4B13-43BC-B21C-BE3153EC58F2}">
      <dgm:prSet/>
      <dgm:spPr/>
      <dgm:t>
        <a:bodyPr/>
        <a:lstStyle/>
        <a:p>
          <a:pPr>
            <a:defRPr b="1"/>
          </a:pPr>
          <a:r>
            <a:rPr lang="en-US" dirty="0"/>
            <a:t>Quality and Operations</a:t>
          </a:r>
        </a:p>
      </dgm:t>
    </dgm:pt>
    <dgm:pt modelId="{1840515D-4C48-40AF-97BD-BE97CEA17061}" type="parTrans" cxnId="{2A3D7859-883C-4C0F-9D88-D8D8D7B23240}">
      <dgm:prSet/>
      <dgm:spPr/>
      <dgm:t>
        <a:bodyPr/>
        <a:lstStyle/>
        <a:p>
          <a:endParaRPr lang="en-US" sz="1800"/>
        </a:p>
      </dgm:t>
    </dgm:pt>
    <dgm:pt modelId="{799D37A1-E7FD-4474-824F-D9A9D6028571}" type="sibTrans" cxnId="{2A3D7859-883C-4C0F-9D88-D8D8D7B23240}">
      <dgm:prSet/>
      <dgm:spPr/>
      <dgm:t>
        <a:bodyPr/>
        <a:lstStyle/>
        <a:p>
          <a:endParaRPr lang="en-US"/>
        </a:p>
      </dgm:t>
    </dgm:pt>
    <dgm:pt modelId="{06243E83-9CFD-4686-932C-0EA94D1D1E59}">
      <dgm:prSet/>
      <dgm:spPr/>
      <dgm:t>
        <a:bodyPr/>
        <a:lstStyle/>
        <a:p>
          <a:r>
            <a:rPr lang="en-US"/>
            <a:t>Automated tests and CI/CD with GHA</a:t>
          </a:r>
        </a:p>
      </dgm:t>
    </dgm:pt>
    <dgm:pt modelId="{2452EB4F-B69E-4912-9AAC-0F8D8AB347C8}" type="parTrans" cxnId="{342A043A-7B1B-4A03-A5CF-C1255FFEAD38}">
      <dgm:prSet/>
      <dgm:spPr/>
      <dgm:t>
        <a:bodyPr/>
        <a:lstStyle/>
        <a:p>
          <a:endParaRPr lang="en-US" sz="1800"/>
        </a:p>
      </dgm:t>
    </dgm:pt>
    <dgm:pt modelId="{548E99FE-E4F4-4770-B131-F2801DDD5B8C}" type="sibTrans" cxnId="{342A043A-7B1B-4A03-A5CF-C1255FFEAD38}">
      <dgm:prSet/>
      <dgm:spPr/>
      <dgm:t>
        <a:bodyPr/>
        <a:lstStyle/>
        <a:p>
          <a:endParaRPr lang="en-US"/>
        </a:p>
      </dgm:t>
    </dgm:pt>
    <dgm:pt modelId="{EDDEA82E-6F96-407E-92F8-83EF848CCCC8}">
      <dgm:prSet/>
      <dgm:spPr/>
      <dgm:t>
        <a:bodyPr/>
        <a:lstStyle/>
        <a:p>
          <a:r>
            <a:rPr lang="en-US" dirty="0"/>
            <a:t>Email notifications</a:t>
          </a:r>
        </a:p>
      </dgm:t>
    </dgm:pt>
    <dgm:pt modelId="{E08DA5E8-38D5-4A6F-8622-FAFF48C1D7C1}" type="parTrans" cxnId="{CA46A832-021B-47CC-986F-D3BED93676DF}">
      <dgm:prSet/>
      <dgm:spPr/>
      <dgm:t>
        <a:bodyPr/>
        <a:lstStyle/>
        <a:p>
          <a:endParaRPr lang="en-US" sz="1800"/>
        </a:p>
      </dgm:t>
    </dgm:pt>
    <dgm:pt modelId="{C4EEA1D2-434E-430E-85C1-C34D3B8922FF}" type="sibTrans" cxnId="{CA46A832-021B-47CC-986F-D3BED93676DF}">
      <dgm:prSet/>
      <dgm:spPr/>
      <dgm:t>
        <a:bodyPr/>
        <a:lstStyle/>
        <a:p>
          <a:endParaRPr lang="en-US"/>
        </a:p>
      </dgm:t>
    </dgm:pt>
    <dgm:pt modelId="{4FF8D272-035B-46B3-9ECA-BA8E4D719E5D}" type="pres">
      <dgm:prSet presAssocID="{090EF9CD-744B-4EBE-9968-BFF976CB9017}" presName="diagram" presStyleCnt="0">
        <dgm:presLayoutVars>
          <dgm:dir/>
          <dgm:resizeHandles val="exact"/>
        </dgm:presLayoutVars>
      </dgm:prSet>
      <dgm:spPr/>
    </dgm:pt>
    <dgm:pt modelId="{4455C290-735A-4129-9AD0-555C4573302F}" type="pres">
      <dgm:prSet presAssocID="{E402A459-3D3F-4623-B711-220BFE82DF1D}" presName="node" presStyleLbl="node1" presStyleIdx="0" presStyleCnt="4">
        <dgm:presLayoutVars>
          <dgm:bulletEnabled val="1"/>
        </dgm:presLayoutVars>
      </dgm:prSet>
      <dgm:spPr/>
    </dgm:pt>
    <dgm:pt modelId="{AF1F0ACE-4C2F-4363-8FD8-294FCF1EFF41}" type="pres">
      <dgm:prSet presAssocID="{4ADEB7D3-EA8A-4002-BBD3-0BF114453527}" presName="sibTrans" presStyleCnt="0"/>
      <dgm:spPr/>
    </dgm:pt>
    <dgm:pt modelId="{C12050F9-344B-4423-B3F3-79F2478551A5}" type="pres">
      <dgm:prSet presAssocID="{F4C0CC14-70C3-4640-8A22-8282CD39D01F}" presName="node" presStyleLbl="node1" presStyleIdx="1" presStyleCnt="4">
        <dgm:presLayoutVars>
          <dgm:bulletEnabled val="1"/>
        </dgm:presLayoutVars>
      </dgm:prSet>
      <dgm:spPr/>
    </dgm:pt>
    <dgm:pt modelId="{F30058AB-9C31-491E-B00A-101DB388C714}" type="pres">
      <dgm:prSet presAssocID="{7FFC8FBB-97EE-4AFF-8214-1791C665CF6D}" presName="sibTrans" presStyleCnt="0"/>
      <dgm:spPr/>
    </dgm:pt>
    <dgm:pt modelId="{520E48C5-55EB-4C48-BB70-4F1E7FD65E88}" type="pres">
      <dgm:prSet presAssocID="{68CA8627-7B60-4F51-A592-EA6B3CA355D9}" presName="node" presStyleLbl="node1" presStyleIdx="2" presStyleCnt="4">
        <dgm:presLayoutVars>
          <dgm:bulletEnabled val="1"/>
        </dgm:presLayoutVars>
      </dgm:prSet>
      <dgm:spPr/>
    </dgm:pt>
    <dgm:pt modelId="{70CF8A26-DF50-4D8E-816F-179CCA0F1D0A}" type="pres">
      <dgm:prSet presAssocID="{7C92C2CF-2531-401B-A5E7-F2BAC6C229E6}" presName="sibTrans" presStyleCnt="0"/>
      <dgm:spPr/>
    </dgm:pt>
    <dgm:pt modelId="{3D6375E3-6105-4325-89B0-E6041062EDCA}" type="pres">
      <dgm:prSet presAssocID="{29029D39-4B13-43BC-B21C-BE3153EC58F2}" presName="node" presStyleLbl="node1" presStyleIdx="3" presStyleCnt="4">
        <dgm:presLayoutVars>
          <dgm:bulletEnabled val="1"/>
        </dgm:presLayoutVars>
      </dgm:prSet>
      <dgm:spPr/>
    </dgm:pt>
  </dgm:ptLst>
  <dgm:cxnLst>
    <dgm:cxn modelId="{6B8B1201-45E6-45C3-BE4B-D156A1C16153}" type="presOf" srcId="{3F23F564-59FE-42CB-A1D4-50391A5377ED}" destId="{520E48C5-55EB-4C48-BB70-4F1E7FD65E88}" srcOrd="0" destOrd="2" presId="urn:microsoft.com/office/officeart/2005/8/layout/default"/>
    <dgm:cxn modelId="{D16D6619-8897-4526-8EDD-C1FA713FF64A}" type="presOf" srcId="{E402A459-3D3F-4623-B711-220BFE82DF1D}" destId="{4455C290-735A-4129-9AD0-555C4573302F}" srcOrd="0" destOrd="0" presId="urn:microsoft.com/office/officeart/2005/8/layout/default"/>
    <dgm:cxn modelId="{78F9701D-C409-4CD1-AAE2-93BB23B5B3B7}" type="presOf" srcId="{68CA8627-7B60-4F51-A592-EA6B3CA355D9}" destId="{520E48C5-55EB-4C48-BB70-4F1E7FD65E88}" srcOrd="0" destOrd="0" presId="urn:microsoft.com/office/officeart/2005/8/layout/default"/>
    <dgm:cxn modelId="{6E945032-4219-41F6-A4A0-516FE6E96F71}" srcId="{090EF9CD-744B-4EBE-9968-BFF976CB9017}" destId="{E402A459-3D3F-4623-B711-220BFE82DF1D}" srcOrd="0" destOrd="0" parTransId="{E605DE58-D2A5-4A2D-BE07-CD9F3530555B}" sibTransId="{4ADEB7D3-EA8A-4002-BBD3-0BF114453527}"/>
    <dgm:cxn modelId="{CA46A832-021B-47CC-986F-D3BED93676DF}" srcId="{29029D39-4B13-43BC-B21C-BE3153EC58F2}" destId="{EDDEA82E-6F96-407E-92F8-83EF848CCCC8}" srcOrd="1" destOrd="0" parTransId="{E08DA5E8-38D5-4A6F-8622-FAFF48C1D7C1}" sibTransId="{C4EEA1D2-434E-430E-85C1-C34D3B8922FF}"/>
    <dgm:cxn modelId="{5D170635-636B-4AA3-A90F-8DFADB8FC829}" srcId="{68CA8627-7B60-4F51-A592-EA6B3CA355D9}" destId="{3F23F564-59FE-42CB-A1D4-50391A5377ED}" srcOrd="1" destOrd="0" parTransId="{77D2D197-23DF-4629-9B34-A610A66AC4DD}" sibTransId="{44ACFDB6-DDF3-4F1E-808D-D0E4779A89E7}"/>
    <dgm:cxn modelId="{6650DE36-165D-4D09-9BD8-7A2A4DC5049C}" type="presOf" srcId="{090EF9CD-744B-4EBE-9968-BFF976CB9017}" destId="{4FF8D272-035B-46B3-9ECA-BA8E4D719E5D}" srcOrd="0" destOrd="0" presId="urn:microsoft.com/office/officeart/2005/8/layout/default"/>
    <dgm:cxn modelId="{342A043A-7B1B-4A03-A5CF-C1255FFEAD38}" srcId="{29029D39-4B13-43BC-B21C-BE3153EC58F2}" destId="{06243E83-9CFD-4686-932C-0EA94D1D1E59}" srcOrd="0" destOrd="0" parTransId="{2452EB4F-B69E-4912-9AAC-0F8D8AB347C8}" sibTransId="{548E99FE-E4F4-4770-B131-F2801DDD5B8C}"/>
    <dgm:cxn modelId="{000FD03B-1B9D-428C-BF58-DA09CB301AD5}" srcId="{68CA8627-7B60-4F51-A592-EA6B3CA355D9}" destId="{A741164F-657B-4366-85F3-4236DB529979}" srcOrd="0" destOrd="0" parTransId="{51A4B583-A647-4E1D-ADC3-12F64C36FB4C}" sibTransId="{C6688400-37F5-4D37-AA3F-550BF7868684}"/>
    <dgm:cxn modelId="{FA69B964-678E-4E0D-8D74-154BC7B4140D}" type="presOf" srcId="{4F567D3F-A19F-4CB1-96CD-AAC7E0CC418F}" destId="{C12050F9-344B-4423-B3F3-79F2478551A5}" srcOrd="0" destOrd="2" presId="urn:microsoft.com/office/officeart/2005/8/layout/default"/>
    <dgm:cxn modelId="{17C3D669-336F-48F8-B9F8-C3C917600710}" type="presOf" srcId="{A741164F-657B-4366-85F3-4236DB529979}" destId="{520E48C5-55EB-4C48-BB70-4F1E7FD65E88}" srcOrd="0" destOrd="1" presId="urn:microsoft.com/office/officeart/2005/8/layout/default"/>
    <dgm:cxn modelId="{3547AF70-EC57-4003-AC95-345A1219B5CA}" type="presOf" srcId="{F9B53BB4-8033-41A0-B01F-20B61367DBA7}" destId="{C12050F9-344B-4423-B3F3-79F2478551A5}" srcOrd="0" destOrd="3" presId="urn:microsoft.com/office/officeart/2005/8/layout/default"/>
    <dgm:cxn modelId="{E1473871-CE0A-4C62-B24A-1490338A1A19}" type="presOf" srcId="{F4C0CC14-70C3-4640-8A22-8282CD39D01F}" destId="{C12050F9-344B-4423-B3F3-79F2478551A5}" srcOrd="0" destOrd="0" presId="urn:microsoft.com/office/officeart/2005/8/layout/default"/>
    <dgm:cxn modelId="{BA53BF78-14C8-468F-976D-D0A0E4A241A7}" type="presOf" srcId="{EDDEA82E-6F96-407E-92F8-83EF848CCCC8}" destId="{3D6375E3-6105-4325-89B0-E6041062EDCA}" srcOrd="0" destOrd="2" presId="urn:microsoft.com/office/officeart/2005/8/layout/default"/>
    <dgm:cxn modelId="{2A3D7859-883C-4C0F-9D88-D8D8D7B23240}" srcId="{090EF9CD-744B-4EBE-9968-BFF976CB9017}" destId="{29029D39-4B13-43BC-B21C-BE3153EC58F2}" srcOrd="3" destOrd="0" parTransId="{1840515D-4C48-40AF-97BD-BE97CEA17061}" sibTransId="{799D37A1-E7FD-4474-824F-D9A9D6028571}"/>
    <dgm:cxn modelId="{8885EF83-752F-45CE-A682-D065D2562E29}" srcId="{090EF9CD-744B-4EBE-9968-BFF976CB9017}" destId="{68CA8627-7B60-4F51-A592-EA6B3CA355D9}" srcOrd="2" destOrd="0" parTransId="{4FB5F8BE-10AA-4042-9CFB-49E31B80E931}" sibTransId="{7C92C2CF-2531-401B-A5E7-F2BAC6C229E6}"/>
    <dgm:cxn modelId="{1E832085-2FAB-462A-9DA9-0741032402AB}" type="presOf" srcId="{E9C62F3C-8D55-4578-BB8B-3E1B5205C379}" destId="{4455C290-735A-4129-9AD0-555C4573302F}" srcOrd="0" destOrd="2" presId="urn:microsoft.com/office/officeart/2005/8/layout/default"/>
    <dgm:cxn modelId="{A5386E99-F740-45DB-8888-97815C9BFD9C}" srcId="{68CA8627-7B60-4F51-A592-EA6B3CA355D9}" destId="{BE6E554F-F76B-4160-89C4-C8574984D4DB}" srcOrd="2" destOrd="0" parTransId="{52B16794-DD48-4BEA-9CD2-EAEEFB721936}" sibTransId="{30D38AC1-7ADC-4AE8-A410-D5A6CDB98B43}"/>
    <dgm:cxn modelId="{69874E9E-4FF2-432C-8191-5EBE77DA514C}" type="presOf" srcId="{BE6E554F-F76B-4160-89C4-C8574984D4DB}" destId="{520E48C5-55EB-4C48-BB70-4F1E7FD65E88}" srcOrd="0" destOrd="3" presId="urn:microsoft.com/office/officeart/2005/8/layout/default"/>
    <dgm:cxn modelId="{FD5BF5A3-3CB4-46C2-A767-52C988FF276E}" type="presOf" srcId="{29029D39-4B13-43BC-B21C-BE3153EC58F2}" destId="{3D6375E3-6105-4325-89B0-E6041062EDCA}" srcOrd="0" destOrd="0" presId="urn:microsoft.com/office/officeart/2005/8/layout/default"/>
    <dgm:cxn modelId="{EF0B96A5-CF8C-4C03-8FA1-86BBDFF4121B}" type="presOf" srcId="{E754D884-44F0-4D9C-A584-4188685CC1AF}" destId="{C12050F9-344B-4423-B3F3-79F2478551A5}" srcOrd="0" destOrd="1" presId="urn:microsoft.com/office/officeart/2005/8/layout/default"/>
    <dgm:cxn modelId="{06DEB8CA-C31C-4B82-93F9-31D7F4A91AF7}" srcId="{F4C0CC14-70C3-4640-8A22-8282CD39D01F}" destId="{F9B53BB4-8033-41A0-B01F-20B61367DBA7}" srcOrd="2" destOrd="0" parTransId="{0800FE18-08C8-414C-8544-CC1E991C1935}" sibTransId="{12668919-6899-45AD-B2FB-625E6918FAFD}"/>
    <dgm:cxn modelId="{CFDA77CF-99DA-486A-A96F-7EF8998A28CE}" srcId="{F4C0CC14-70C3-4640-8A22-8282CD39D01F}" destId="{E754D884-44F0-4D9C-A584-4188685CC1AF}" srcOrd="0" destOrd="0" parTransId="{345F6C62-488A-4A88-B9EC-A07C56DA726D}" sibTransId="{C753EAC2-7FF9-475F-9FF6-C9FFFC760223}"/>
    <dgm:cxn modelId="{CCD851D1-9D53-451F-8E3E-285614A65B08}" srcId="{090EF9CD-744B-4EBE-9968-BFF976CB9017}" destId="{F4C0CC14-70C3-4640-8A22-8282CD39D01F}" srcOrd="1" destOrd="0" parTransId="{DB5FCDD2-3AD4-42AB-8250-5EF896A73D2F}" sibTransId="{7FFC8FBB-97EE-4AFF-8214-1791C665CF6D}"/>
    <dgm:cxn modelId="{529A04D9-DB23-43EB-BBCB-3584DA583988}" srcId="{E402A459-3D3F-4623-B711-220BFE82DF1D}" destId="{351D1407-336C-4800-887E-72AA837D338B}" srcOrd="0" destOrd="0" parTransId="{134CC042-306D-4C4B-A7DD-0F58E3D219DB}" sibTransId="{6665B37B-D542-4C59-AD81-369254E5EF64}"/>
    <dgm:cxn modelId="{561248E3-8AEE-42DA-B1B2-3AAAAA0BDB49}" srcId="{F4C0CC14-70C3-4640-8A22-8282CD39D01F}" destId="{4F567D3F-A19F-4CB1-96CD-AAC7E0CC418F}" srcOrd="1" destOrd="0" parTransId="{436EA84E-FB76-498B-907A-3B6EBD6280AF}" sibTransId="{7C0F0CEB-9357-4B6B-AB1B-BEDC20BC383E}"/>
    <dgm:cxn modelId="{7E0D69E6-E8E1-4235-A3F3-661B481FB3DC}" type="presOf" srcId="{06243E83-9CFD-4686-932C-0EA94D1D1E59}" destId="{3D6375E3-6105-4325-89B0-E6041062EDCA}" srcOrd="0" destOrd="1" presId="urn:microsoft.com/office/officeart/2005/8/layout/default"/>
    <dgm:cxn modelId="{2E8A09EB-29BD-42AF-95AC-6D8BE266126D}" srcId="{E402A459-3D3F-4623-B711-220BFE82DF1D}" destId="{E9C62F3C-8D55-4578-BB8B-3E1B5205C379}" srcOrd="1" destOrd="0" parTransId="{6E2C6564-8C67-4B2A-A238-1B31A2C2BE73}" sibTransId="{822D06A7-BAB2-4B41-B01A-5FE4BDE73456}"/>
    <dgm:cxn modelId="{455DE3F7-B13E-4B9B-A2AA-56AADBD8FAA1}" type="presOf" srcId="{351D1407-336C-4800-887E-72AA837D338B}" destId="{4455C290-735A-4129-9AD0-555C4573302F}" srcOrd="0" destOrd="1" presId="urn:microsoft.com/office/officeart/2005/8/layout/default"/>
    <dgm:cxn modelId="{0B6DF92C-8466-47EF-AEC0-70534A642333}" type="presParOf" srcId="{4FF8D272-035B-46B3-9ECA-BA8E4D719E5D}" destId="{4455C290-735A-4129-9AD0-555C4573302F}" srcOrd="0" destOrd="0" presId="urn:microsoft.com/office/officeart/2005/8/layout/default"/>
    <dgm:cxn modelId="{83F79468-F9D7-4A04-9971-8B330A71F827}" type="presParOf" srcId="{4FF8D272-035B-46B3-9ECA-BA8E4D719E5D}" destId="{AF1F0ACE-4C2F-4363-8FD8-294FCF1EFF41}" srcOrd="1" destOrd="0" presId="urn:microsoft.com/office/officeart/2005/8/layout/default"/>
    <dgm:cxn modelId="{0C2BE3A9-E853-4D72-A7A7-9FB09F41332A}" type="presParOf" srcId="{4FF8D272-035B-46B3-9ECA-BA8E4D719E5D}" destId="{C12050F9-344B-4423-B3F3-79F2478551A5}" srcOrd="2" destOrd="0" presId="urn:microsoft.com/office/officeart/2005/8/layout/default"/>
    <dgm:cxn modelId="{8659C400-B109-4F13-8F03-CE5C21ED5FA9}" type="presParOf" srcId="{4FF8D272-035B-46B3-9ECA-BA8E4D719E5D}" destId="{F30058AB-9C31-491E-B00A-101DB388C714}" srcOrd="3" destOrd="0" presId="urn:microsoft.com/office/officeart/2005/8/layout/default"/>
    <dgm:cxn modelId="{B7B86526-9241-4A66-B6A9-F362E620F8E5}" type="presParOf" srcId="{4FF8D272-035B-46B3-9ECA-BA8E4D719E5D}" destId="{520E48C5-55EB-4C48-BB70-4F1E7FD65E88}" srcOrd="4" destOrd="0" presId="urn:microsoft.com/office/officeart/2005/8/layout/default"/>
    <dgm:cxn modelId="{C4E4A27A-73BB-4FF0-A89C-2E01E2495CE2}" type="presParOf" srcId="{4FF8D272-035B-46B3-9ECA-BA8E4D719E5D}" destId="{70CF8A26-DF50-4D8E-816F-179CCA0F1D0A}" srcOrd="5" destOrd="0" presId="urn:microsoft.com/office/officeart/2005/8/layout/default"/>
    <dgm:cxn modelId="{8AF66011-F554-4A8C-AC4D-92F714A67A86}" type="presParOf" srcId="{4FF8D272-035B-46B3-9ECA-BA8E4D719E5D}" destId="{3D6375E3-6105-4325-89B0-E6041062EDCA}"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5790E3-9262-4C0A-BAE0-9C1E4769D5DF}">
      <dsp:nvSpPr>
        <dsp:cNvPr id="0" name=""/>
        <dsp:cNvSpPr/>
      </dsp:nvSpPr>
      <dsp:spPr>
        <a:xfrm>
          <a:off x="947201" y="686478"/>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BFF9A3-BD93-44ED-A058-EAD5C562A49D}">
      <dsp:nvSpPr>
        <dsp:cNvPr id="0" name=""/>
        <dsp:cNvSpPr/>
      </dsp:nvSpPr>
      <dsp:spPr>
        <a:xfrm>
          <a:off x="59990" y="2561326"/>
          <a:ext cx="3226223"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dirty="0"/>
            <a:t>A Full-stack 3-tier web app for buying and managing insurance online </a:t>
          </a:r>
        </a:p>
      </dsp:txBody>
      <dsp:txXfrm>
        <a:off x="59990" y="2561326"/>
        <a:ext cx="3226223" cy="945000"/>
      </dsp:txXfrm>
    </dsp:sp>
    <dsp:sp modelId="{6BB71884-CE51-4CE0-B132-847BF4F2EF07}">
      <dsp:nvSpPr>
        <dsp:cNvPr id="0" name=""/>
        <dsp:cNvSpPr/>
      </dsp:nvSpPr>
      <dsp:spPr>
        <a:xfrm>
          <a:off x="4738014" y="686478"/>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B5B0FD-CF44-4A87-873A-605FEF32A31B}">
      <dsp:nvSpPr>
        <dsp:cNvPr id="0" name=""/>
        <dsp:cNvSpPr/>
      </dsp:nvSpPr>
      <dsp:spPr>
        <a:xfrm>
          <a:off x="3850802" y="2561326"/>
          <a:ext cx="3226223"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dirty="0"/>
            <a:t>Customers get quotes, buy policies and file claims</a:t>
          </a:r>
        </a:p>
      </dsp:txBody>
      <dsp:txXfrm>
        <a:off x="3850802" y="2561326"/>
        <a:ext cx="3226223" cy="945000"/>
      </dsp:txXfrm>
    </dsp:sp>
    <dsp:sp modelId="{AC18910D-8E98-4C41-A557-26782FEA4EEF}">
      <dsp:nvSpPr>
        <dsp:cNvPr id="0" name=""/>
        <dsp:cNvSpPr/>
      </dsp:nvSpPr>
      <dsp:spPr>
        <a:xfrm>
          <a:off x="8528826" y="686478"/>
          <a:ext cx="1451800" cy="14518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6D24496-636B-4166-B1AA-4211D6168E2D}">
      <dsp:nvSpPr>
        <dsp:cNvPr id="0" name=""/>
        <dsp:cNvSpPr/>
      </dsp:nvSpPr>
      <dsp:spPr>
        <a:xfrm>
          <a:off x="7641615" y="2561326"/>
          <a:ext cx="3226223" cy="94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a:t>Admins run the back office: customers, claims, payments and policy catalog</a:t>
          </a:r>
        </a:p>
      </dsp:txBody>
      <dsp:txXfrm>
        <a:off x="7641615" y="2561326"/>
        <a:ext cx="3226223" cy="945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205AE2-B7B4-4C61-81FD-34D31CA55E3C}">
      <dsp:nvSpPr>
        <dsp:cNvPr id="0" name=""/>
        <dsp:cNvSpPr/>
      </dsp:nvSpPr>
      <dsp:spPr>
        <a:xfrm>
          <a:off x="0" y="0"/>
          <a:ext cx="8414428" cy="664092"/>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Design the DB: Tables, relationships and rules</a:t>
          </a:r>
        </a:p>
      </dsp:txBody>
      <dsp:txXfrm>
        <a:off x="19451" y="19451"/>
        <a:ext cx="7620120" cy="625190"/>
      </dsp:txXfrm>
    </dsp:sp>
    <dsp:sp modelId="{9191065C-8B02-4604-8082-5718D466BF6A}">
      <dsp:nvSpPr>
        <dsp:cNvPr id="0" name=""/>
        <dsp:cNvSpPr/>
      </dsp:nvSpPr>
      <dsp:spPr>
        <a:xfrm>
          <a:off x="628350" y="756328"/>
          <a:ext cx="8414428" cy="664092"/>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Stored Procedures: All data and business logic rules are in SQL Server</a:t>
          </a:r>
        </a:p>
      </dsp:txBody>
      <dsp:txXfrm>
        <a:off x="647801" y="775779"/>
        <a:ext cx="7315515" cy="625190"/>
      </dsp:txXfrm>
    </dsp:sp>
    <dsp:sp modelId="{EE6417E7-CFEB-4672-A81D-F7DDF737F22A}">
      <dsp:nvSpPr>
        <dsp:cNvPr id="0" name=""/>
        <dsp:cNvSpPr/>
      </dsp:nvSpPr>
      <dsp:spPr>
        <a:xfrm>
          <a:off x="1256700" y="1512656"/>
          <a:ext cx="8414428" cy="664092"/>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API layer: ASP.NET Core: Controller-&gt;Repository-&gt;Stored Procedures</a:t>
          </a:r>
        </a:p>
      </dsp:txBody>
      <dsp:txXfrm>
        <a:off x="1276151" y="1532107"/>
        <a:ext cx="7315515" cy="625190"/>
      </dsp:txXfrm>
    </dsp:sp>
    <dsp:sp modelId="{FCC53014-AEDC-4B05-9561-937DE2E0E991}">
      <dsp:nvSpPr>
        <dsp:cNvPr id="0" name=""/>
        <dsp:cNvSpPr/>
      </dsp:nvSpPr>
      <dsp:spPr>
        <a:xfrm>
          <a:off x="1885050" y="2268984"/>
          <a:ext cx="8414428" cy="664092"/>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Angular frontend: Screens, forms and role-based navigation</a:t>
          </a:r>
        </a:p>
      </dsp:txBody>
      <dsp:txXfrm>
        <a:off x="1904501" y="2288435"/>
        <a:ext cx="7315515" cy="625190"/>
      </dsp:txXfrm>
    </dsp:sp>
    <dsp:sp modelId="{4051E1A0-6722-490D-BE47-B353DCA55C39}">
      <dsp:nvSpPr>
        <dsp:cNvPr id="0" name=""/>
        <dsp:cNvSpPr/>
      </dsp:nvSpPr>
      <dsp:spPr>
        <a:xfrm>
          <a:off x="2513400" y="3025312"/>
          <a:ext cx="8414428" cy="664092"/>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Azure: Deployment</a:t>
          </a:r>
        </a:p>
      </dsp:txBody>
      <dsp:txXfrm>
        <a:off x="2532851" y="3044763"/>
        <a:ext cx="7315515" cy="625190"/>
      </dsp:txXfrm>
    </dsp:sp>
    <dsp:sp modelId="{8112FD1B-0A4A-4A45-BC79-2F598D51C6F3}">
      <dsp:nvSpPr>
        <dsp:cNvPr id="0" name=""/>
        <dsp:cNvSpPr/>
      </dsp:nvSpPr>
      <dsp:spPr>
        <a:xfrm>
          <a:off x="7982767" y="485156"/>
          <a:ext cx="431660" cy="431660"/>
        </a:xfrm>
        <a:prstGeom prst="downArrow">
          <a:avLst>
            <a:gd name="adj1" fmla="val 55000"/>
            <a:gd name="adj2" fmla="val 45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8079890" y="485156"/>
        <a:ext cx="237414" cy="324824"/>
      </dsp:txXfrm>
    </dsp:sp>
    <dsp:sp modelId="{8D55DD1F-7467-49A9-A2F4-5F9D2EB8DF3C}">
      <dsp:nvSpPr>
        <dsp:cNvPr id="0" name=""/>
        <dsp:cNvSpPr/>
      </dsp:nvSpPr>
      <dsp:spPr>
        <a:xfrm>
          <a:off x="8611118" y="1241484"/>
          <a:ext cx="431660" cy="431660"/>
        </a:xfrm>
        <a:prstGeom prst="downArrow">
          <a:avLst>
            <a:gd name="adj1" fmla="val 55000"/>
            <a:gd name="adj2" fmla="val 45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8708241" y="1241484"/>
        <a:ext cx="237414" cy="324824"/>
      </dsp:txXfrm>
    </dsp:sp>
    <dsp:sp modelId="{B77823C5-59D2-4155-B5DA-9B97C386EA0F}">
      <dsp:nvSpPr>
        <dsp:cNvPr id="0" name=""/>
        <dsp:cNvSpPr/>
      </dsp:nvSpPr>
      <dsp:spPr>
        <a:xfrm>
          <a:off x="9239468" y="1986744"/>
          <a:ext cx="431660" cy="431660"/>
        </a:xfrm>
        <a:prstGeom prst="downArrow">
          <a:avLst>
            <a:gd name="adj1" fmla="val 55000"/>
            <a:gd name="adj2" fmla="val 45000"/>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9336591" y="1986744"/>
        <a:ext cx="237414" cy="324824"/>
      </dsp:txXfrm>
    </dsp:sp>
    <dsp:sp modelId="{105214E0-F095-4542-B6B3-2991F087B3A2}">
      <dsp:nvSpPr>
        <dsp:cNvPr id="0" name=""/>
        <dsp:cNvSpPr/>
      </dsp:nvSpPr>
      <dsp:spPr>
        <a:xfrm>
          <a:off x="9867818" y="2750451"/>
          <a:ext cx="431660" cy="431660"/>
        </a:xfrm>
        <a:prstGeom prst="downArrow">
          <a:avLst>
            <a:gd name="adj1" fmla="val 55000"/>
            <a:gd name="adj2" fmla="val 45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9964941" y="2750451"/>
        <a:ext cx="237414" cy="32482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1D8E86-047B-4461-AFAB-2E3BABB83D64}">
      <dsp:nvSpPr>
        <dsp:cNvPr id="0" name=""/>
        <dsp:cNvSpPr/>
      </dsp:nvSpPr>
      <dsp:spPr>
        <a:xfrm>
          <a:off x="212335" y="4698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CBFA70-6F3B-4D67-B629-12D13FF3BAC0}">
      <dsp:nvSpPr>
        <dsp:cNvPr id="0" name=""/>
        <dsp:cNvSpPr/>
      </dsp:nvSpPr>
      <dsp:spPr>
        <a:xfrm>
          <a:off x="492877"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2FD3B36-43BD-4D98-A8E3-D5A973CAFBE8}">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dirty="0"/>
            <a:t>Frontend - Angular (standalone components, signals), Angular Material, TypeScript, </a:t>
          </a:r>
          <a:r>
            <a:rPr lang="en-US" sz="1900" kern="1200" dirty="0" err="1"/>
            <a:t>RxJS</a:t>
          </a:r>
          <a:endParaRPr lang="en-US" sz="1900" kern="1200" dirty="0"/>
        </a:p>
      </dsp:txBody>
      <dsp:txXfrm>
        <a:off x="1834517" y="469890"/>
        <a:ext cx="3148942" cy="1335915"/>
      </dsp:txXfrm>
    </dsp:sp>
    <dsp:sp modelId="{0926A254-C773-4E65-BBD3-27991F7B21FB}">
      <dsp:nvSpPr>
        <dsp:cNvPr id="0" name=""/>
        <dsp:cNvSpPr/>
      </dsp:nvSpPr>
      <dsp:spPr>
        <a:xfrm>
          <a:off x="5532139" y="469890"/>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CAE77E-A0C9-47BF-9949-9E9A17F4C456}">
      <dsp:nvSpPr>
        <dsp:cNvPr id="0" name=""/>
        <dsp:cNvSpPr/>
      </dsp:nvSpPr>
      <dsp:spPr>
        <a:xfrm>
          <a:off x="5812681"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0F438D-71B5-46BB-A8AF-C824FC1C25D7}">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dirty="0"/>
            <a:t>Backend - ASP.NET Core Web API (.NET 10), C#, Entity Framework Core (for calling procedures only), JWT authentication</a:t>
          </a:r>
        </a:p>
      </dsp:txBody>
      <dsp:txXfrm>
        <a:off x="7154322" y="469890"/>
        <a:ext cx="3148942" cy="1335915"/>
      </dsp:txXfrm>
    </dsp:sp>
    <dsp:sp modelId="{09CD05B5-98D5-4466-9F03-08B37F112B44}">
      <dsp:nvSpPr>
        <dsp:cNvPr id="0" name=""/>
        <dsp:cNvSpPr/>
      </dsp:nvSpPr>
      <dsp:spPr>
        <a:xfrm>
          <a:off x="212335" y="2545532"/>
          <a:ext cx="1335915" cy="13359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692C2E-8D3F-43EE-87F2-9AB61AE033E4}">
      <dsp:nvSpPr>
        <dsp:cNvPr id="0" name=""/>
        <dsp:cNvSpPr/>
      </dsp:nvSpPr>
      <dsp:spPr>
        <a:xfrm>
          <a:off x="492877"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BCD8645-2BF9-4D88-AECE-87968FFA612A}">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Database – SQL Server, T-SQL stored procedures, functions and triggers, SSMS or Azure Data Studio to manage it</a:t>
          </a:r>
        </a:p>
      </dsp:txBody>
      <dsp:txXfrm>
        <a:off x="1834517" y="2545532"/>
        <a:ext cx="3148942" cy="1335915"/>
      </dsp:txXfrm>
    </dsp:sp>
    <dsp:sp modelId="{29E44301-58E5-4D45-80DA-09945ECD5400}">
      <dsp:nvSpPr>
        <dsp:cNvPr id="0" name=""/>
        <dsp:cNvSpPr/>
      </dsp:nvSpPr>
      <dsp:spPr>
        <a:xfrm>
          <a:off x="5532139" y="2545532"/>
          <a:ext cx="1335915" cy="13359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44BA45-02E6-4B6B-B998-12F0462258A8}">
      <dsp:nvSpPr>
        <dsp:cNvPr id="0" name=""/>
        <dsp:cNvSpPr/>
      </dsp:nvSpPr>
      <dsp:spPr>
        <a:xfrm>
          <a:off x="5812681"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BB0427-606E-41ED-BE3B-2BE07CD4D3E9}">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pPr>
          <a:r>
            <a:rPr lang="en-US" sz="1900" kern="1200"/>
            <a:t>Azure - Azure SQL, Static Web Apps, Azure App Service, Azure CLI and SWA CLI for deployment, Git/GitHub</a:t>
          </a:r>
        </a:p>
      </dsp:txBody>
      <dsp:txXfrm>
        <a:off x="7154322" y="2545532"/>
        <a:ext cx="3148942" cy="13359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312BB4-488E-4B67-8999-3B5C55BD61A1}">
      <dsp:nvSpPr>
        <dsp:cNvPr id="0" name=""/>
        <dsp:cNvSpPr/>
      </dsp:nvSpPr>
      <dsp:spPr>
        <a:xfrm>
          <a:off x="0" y="341509"/>
          <a:ext cx="6666833" cy="22144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95732" rIns="517420" bIns="135128" numCol="1" spcCol="1270" anchor="t" anchorCtr="0">
          <a:noAutofit/>
        </a:bodyPr>
        <a:lstStyle/>
        <a:p>
          <a:pPr marL="171450" lvl="1" indent="-171450" algn="l" defTabSz="844550">
            <a:lnSpc>
              <a:spcPct val="90000"/>
            </a:lnSpc>
            <a:spcBef>
              <a:spcPct val="0"/>
            </a:spcBef>
            <a:spcAft>
              <a:spcPct val="15000"/>
            </a:spcAft>
            <a:buChar char="•"/>
          </a:pPr>
          <a:r>
            <a:rPr lang="en-US" sz="1900" b="1" kern="1200"/>
            <a:t>Problem:</a:t>
          </a:r>
          <a:r>
            <a:rPr lang="en-US" sz="1900" kern="1200"/>
            <a:t> Dates and “overdue” checks were off by hours, because Azure SQL runs in UTC and not Eastern time.</a:t>
          </a:r>
        </a:p>
        <a:p>
          <a:pPr marL="171450" lvl="1" indent="-171450" algn="l" defTabSz="844550">
            <a:lnSpc>
              <a:spcPct val="90000"/>
            </a:lnSpc>
            <a:spcBef>
              <a:spcPct val="0"/>
            </a:spcBef>
            <a:spcAft>
              <a:spcPct val="15000"/>
            </a:spcAft>
            <a:buChar char="•"/>
          </a:pPr>
          <a:r>
            <a:rPr lang="en-US" sz="1900" b="1" kern="1200"/>
            <a:t>Lesson:</a:t>
          </a:r>
          <a:r>
            <a:rPr lang="en-US" sz="1900" kern="1200"/>
            <a:t> Never trust the server’s clock. I wrote businessToday() and businessNow() functions and used them everywhere.</a:t>
          </a:r>
        </a:p>
      </dsp:txBody>
      <dsp:txXfrm>
        <a:off x="0" y="341509"/>
        <a:ext cx="6666833" cy="2214450"/>
      </dsp:txXfrm>
    </dsp:sp>
    <dsp:sp modelId="{0E0CA35F-5343-45ED-A7BF-B2EC9684B0E1}">
      <dsp:nvSpPr>
        <dsp:cNvPr id="0" name=""/>
        <dsp:cNvSpPr/>
      </dsp:nvSpPr>
      <dsp:spPr>
        <a:xfrm>
          <a:off x="333341" y="61069"/>
          <a:ext cx="4666783" cy="5608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44550">
            <a:lnSpc>
              <a:spcPct val="90000"/>
            </a:lnSpc>
            <a:spcBef>
              <a:spcPct val="0"/>
            </a:spcBef>
            <a:spcAft>
              <a:spcPct val="35000"/>
            </a:spcAft>
            <a:buNone/>
          </a:pPr>
          <a:r>
            <a:rPr lang="en-US" sz="1900" kern="1200"/>
            <a:t>Azure runs on UTC</a:t>
          </a:r>
        </a:p>
      </dsp:txBody>
      <dsp:txXfrm>
        <a:off x="360721" y="88449"/>
        <a:ext cx="4612023" cy="506120"/>
      </dsp:txXfrm>
    </dsp:sp>
    <dsp:sp modelId="{3DD04290-81BA-4B7F-BE6E-B55634317E54}">
      <dsp:nvSpPr>
        <dsp:cNvPr id="0" name=""/>
        <dsp:cNvSpPr/>
      </dsp:nvSpPr>
      <dsp:spPr>
        <a:xfrm>
          <a:off x="0" y="2939000"/>
          <a:ext cx="6666833" cy="2453850"/>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95732" rIns="517420" bIns="135128" numCol="1" spcCol="1270" anchor="t" anchorCtr="0">
          <a:noAutofit/>
        </a:bodyPr>
        <a:lstStyle/>
        <a:p>
          <a:pPr marL="171450" lvl="1" indent="-171450" algn="l" defTabSz="844550">
            <a:lnSpc>
              <a:spcPct val="90000"/>
            </a:lnSpc>
            <a:spcBef>
              <a:spcPct val="0"/>
            </a:spcBef>
            <a:spcAft>
              <a:spcPct val="15000"/>
            </a:spcAft>
            <a:buChar char="•"/>
          </a:pPr>
          <a:r>
            <a:rPr lang="en-US" sz="1900" b="1" kern="1200"/>
            <a:t>Problem: </a:t>
          </a:r>
          <a:r>
            <a:rPr lang="en-US" sz="1900" kern="1200"/>
            <a:t>After I had reset a password for a customer account in Admin, nobody could log in. An old “must change password” token was still stored in the browser and got attached to the login request. </a:t>
          </a:r>
        </a:p>
        <a:p>
          <a:pPr marL="171450" lvl="1" indent="-171450" algn="l" defTabSz="844550">
            <a:lnSpc>
              <a:spcPct val="90000"/>
            </a:lnSpc>
            <a:spcBef>
              <a:spcPct val="0"/>
            </a:spcBef>
            <a:spcAft>
              <a:spcPct val="15000"/>
            </a:spcAft>
            <a:buChar char="•"/>
          </a:pPr>
          <a:r>
            <a:rPr lang="en-US" sz="1900" b="1" kern="1200"/>
            <a:t>Lesson:</a:t>
          </a:r>
          <a:r>
            <a:rPr lang="en-US" sz="1900" kern="1200"/>
            <a:t> Think through every state a token can be in. I cleared it and exempted /api/auth from the password-change block. 	</a:t>
          </a:r>
        </a:p>
      </dsp:txBody>
      <dsp:txXfrm>
        <a:off x="0" y="2939000"/>
        <a:ext cx="6666833" cy="2453850"/>
      </dsp:txXfrm>
    </dsp:sp>
    <dsp:sp modelId="{25DA3DBF-A07D-41D8-AF55-428F1296066C}">
      <dsp:nvSpPr>
        <dsp:cNvPr id="0" name=""/>
        <dsp:cNvSpPr/>
      </dsp:nvSpPr>
      <dsp:spPr>
        <a:xfrm>
          <a:off x="333341" y="2658560"/>
          <a:ext cx="4666783" cy="56088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844550">
            <a:lnSpc>
              <a:spcPct val="90000"/>
            </a:lnSpc>
            <a:spcBef>
              <a:spcPct val="0"/>
            </a:spcBef>
            <a:spcAft>
              <a:spcPct val="35000"/>
            </a:spcAft>
            <a:buNone/>
          </a:pPr>
          <a:r>
            <a:rPr lang="en-US" sz="1900" kern="1200"/>
            <a:t>Stale JWT token</a:t>
          </a:r>
        </a:p>
      </dsp:txBody>
      <dsp:txXfrm>
        <a:off x="360721" y="2685940"/>
        <a:ext cx="4612023" cy="5061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55C290-735A-4129-9AD0-555C4573302F}">
      <dsp:nvSpPr>
        <dsp:cNvPr id="0" name=""/>
        <dsp:cNvSpPr/>
      </dsp:nvSpPr>
      <dsp:spPr>
        <a:xfrm>
          <a:off x="307345" y="1546"/>
          <a:ext cx="3222855" cy="1933713"/>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defRPr b="1"/>
          </a:pPr>
          <a:r>
            <a:rPr lang="en-US" sz="2200" kern="1200"/>
            <a:t>Improve Mobile Experience</a:t>
          </a:r>
        </a:p>
        <a:p>
          <a:pPr marL="171450" lvl="1" indent="-171450" algn="l" defTabSz="755650">
            <a:lnSpc>
              <a:spcPct val="90000"/>
            </a:lnSpc>
            <a:spcBef>
              <a:spcPct val="0"/>
            </a:spcBef>
            <a:spcAft>
              <a:spcPct val="15000"/>
            </a:spcAft>
            <a:buFont typeface="Arial" panose="020B0604020202020204" pitchFamily="34" charset="0"/>
            <a:buChar char="•"/>
          </a:pPr>
          <a:r>
            <a:rPr lang="en-US" sz="1700" kern="1200" dirty="0"/>
            <a:t>Mobile-friendly navigation</a:t>
          </a:r>
        </a:p>
        <a:p>
          <a:pPr marL="171450" lvl="1" indent="-171450" algn="l" defTabSz="755650">
            <a:lnSpc>
              <a:spcPct val="90000"/>
            </a:lnSpc>
            <a:spcBef>
              <a:spcPct val="0"/>
            </a:spcBef>
            <a:spcAft>
              <a:spcPct val="15000"/>
            </a:spcAft>
            <a:buFont typeface="Arial" panose="020B0604020202020204" pitchFamily="34" charset="0"/>
            <a:buChar char="•"/>
          </a:pPr>
          <a:r>
            <a:rPr lang="en-US" sz="1700" kern="1200" dirty="0"/>
            <a:t>Responsive layouts for each page</a:t>
          </a:r>
        </a:p>
      </dsp:txBody>
      <dsp:txXfrm>
        <a:off x="307345" y="1546"/>
        <a:ext cx="3222855" cy="1933713"/>
      </dsp:txXfrm>
    </dsp:sp>
    <dsp:sp modelId="{C12050F9-344B-4423-B3F3-79F2478551A5}">
      <dsp:nvSpPr>
        <dsp:cNvPr id="0" name=""/>
        <dsp:cNvSpPr/>
      </dsp:nvSpPr>
      <dsp:spPr>
        <a:xfrm>
          <a:off x="3852486" y="1546"/>
          <a:ext cx="3222855" cy="1933713"/>
        </a:xfrm>
        <a:prstGeom prst="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defRPr b="1"/>
          </a:pPr>
          <a:r>
            <a:rPr lang="en-US" sz="2200" kern="1200"/>
            <a:t>Stronger Security</a:t>
          </a:r>
        </a:p>
        <a:p>
          <a:pPr marL="171450" lvl="1" indent="-171450" algn="l" defTabSz="755650">
            <a:lnSpc>
              <a:spcPct val="90000"/>
            </a:lnSpc>
            <a:spcBef>
              <a:spcPct val="0"/>
            </a:spcBef>
            <a:spcAft>
              <a:spcPct val="15000"/>
            </a:spcAft>
            <a:buChar char="•"/>
          </a:pPr>
          <a:r>
            <a:rPr lang="en-US" sz="1700" kern="1200"/>
            <a:t>2FA</a:t>
          </a:r>
        </a:p>
        <a:p>
          <a:pPr marL="171450" lvl="1" indent="-171450" algn="l" defTabSz="755650">
            <a:lnSpc>
              <a:spcPct val="90000"/>
            </a:lnSpc>
            <a:spcBef>
              <a:spcPct val="0"/>
            </a:spcBef>
            <a:spcAft>
              <a:spcPct val="15000"/>
            </a:spcAft>
            <a:buChar char="•"/>
          </a:pPr>
          <a:r>
            <a:rPr lang="en-US" sz="1700" kern="1200"/>
            <a:t>Email verification at sign-up</a:t>
          </a:r>
        </a:p>
        <a:p>
          <a:pPr marL="171450" lvl="1" indent="-171450" algn="l" defTabSz="755650">
            <a:lnSpc>
              <a:spcPct val="90000"/>
            </a:lnSpc>
            <a:spcBef>
              <a:spcPct val="0"/>
            </a:spcBef>
            <a:spcAft>
              <a:spcPct val="15000"/>
            </a:spcAft>
            <a:buChar char="•"/>
          </a:pPr>
          <a:r>
            <a:rPr lang="en-US" sz="1700" kern="1200" dirty="0"/>
            <a:t>Refresh Tokens</a:t>
          </a:r>
        </a:p>
      </dsp:txBody>
      <dsp:txXfrm>
        <a:off x="3852486" y="1546"/>
        <a:ext cx="3222855" cy="1933713"/>
      </dsp:txXfrm>
    </dsp:sp>
    <dsp:sp modelId="{520E48C5-55EB-4C48-BB70-4F1E7FD65E88}">
      <dsp:nvSpPr>
        <dsp:cNvPr id="0" name=""/>
        <dsp:cNvSpPr/>
      </dsp:nvSpPr>
      <dsp:spPr>
        <a:xfrm>
          <a:off x="7397627" y="1546"/>
          <a:ext cx="3222855" cy="1933713"/>
        </a:xfrm>
        <a:prstGeom prst="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defRPr b="1"/>
          </a:pPr>
          <a:r>
            <a:rPr lang="en-US" sz="2200" kern="1200"/>
            <a:t>Richer Payment system</a:t>
          </a:r>
        </a:p>
        <a:p>
          <a:pPr marL="171450" lvl="1" indent="-171450" algn="l" defTabSz="755650">
            <a:lnSpc>
              <a:spcPct val="90000"/>
            </a:lnSpc>
            <a:spcBef>
              <a:spcPct val="0"/>
            </a:spcBef>
            <a:spcAft>
              <a:spcPct val="15000"/>
            </a:spcAft>
            <a:buChar char="•"/>
          </a:pPr>
          <a:r>
            <a:rPr lang="en-US" sz="1700" kern="1200"/>
            <a:t>Pay by debit/credit, Paypal or check</a:t>
          </a:r>
        </a:p>
        <a:p>
          <a:pPr marL="171450" lvl="1" indent="-171450" algn="l" defTabSz="755650">
            <a:lnSpc>
              <a:spcPct val="90000"/>
            </a:lnSpc>
            <a:spcBef>
              <a:spcPct val="0"/>
            </a:spcBef>
            <a:spcAft>
              <a:spcPct val="15000"/>
            </a:spcAft>
            <a:buChar char="•"/>
          </a:pPr>
          <a:r>
            <a:rPr lang="en-US" sz="1700" kern="1200"/>
            <a:t>Automatic recurring payments</a:t>
          </a:r>
        </a:p>
        <a:p>
          <a:pPr marL="171450" lvl="1" indent="-171450" algn="l" defTabSz="755650">
            <a:lnSpc>
              <a:spcPct val="90000"/>
            </a:lnSpc>
            <a:spcBef>
              <a:spcPct val="0"/>
            </a:spcBef>
            <a:spcAft>
              <a:spcPct val="15000"/>
            </a:spcAft>
            <a:buChar char="•"/>
          </a:pPr>
          <a:r>
            <a:rPr lang="en-US" sz="1700" kern="1200"/>
            <a:t>Email Receipts</a:t>
          </a:r>
        </a:p>
      </dsp:txBody>
      <dsp:txXfrm>
        <a:off x="7397627" y="1546"/>
        <a:ext cx="3222855" cy="1933713"/>
      </dsp:txXfrm>
    </dsp:sp>
    <dsp:sp modelId="{3D6375E3-6105-4325-89B0-E6041062EDCA}">
      <dsp:nvSpPr>
        <dsp:cNvPr id="0" name=""/>
        <dsp:cNvSpPr/>
      </dsp:nvSpPr>
      <dsp:spPr>
        <a:xfrm>
          <a:off x="3852486" y="2257545"/>
          <a:ext cx="3222855" cy="1933713"/>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defRPr b="1"/>
          </a:pPr>
          <a:r>
            <a:rPr lang="en-US" sz="2200" kern="1200" dirty="0"/>
            <a:t>Quality and Operations</a:t>
          </a:r>
        </a:p>
        <a:p>
          <a:pPr marL="171450" lvl="1" indent="-171450" algn="l" defTabSz="755650">
            <a:lnSpc>
              <a:spcPct val="90000"/>
            </a:lnSpc>
            <a:spcBef>
              <a:spcPct val="0"/>
            </a:spcBef>
            <a:spcAft>
              <a:spcPct val="15000"/>
            </a:spcAft>
            <a:buChar char="•"/>
          </a:pPr>
          <a:r>
            <a:rPr lang="en-US" sz="1700" kern="1200"/>
            <a:t>Automated tests and CI/CD with GHA</a:t>
          </a:r>
        </a:p>
        <a:p>
          <a:pPr marL="171450" lvl="1" indent="-171450" algn="l" defTabSz="755650">
            <a:lnSpc>
              <a:spcPct val="90000"/>
            </a:lnSpc>
            <a:spcBef>
              <a:spcPct val="0"/>
            </a:spcBef>
            <a:spcAft>
              <a:spcPct val="15000"/>
            </a:spcAft>
            <a:buChar char="•"/>
          </a:pPr>
          <a:r>
            <a:rPr lang="en-US" sz="1700" kern="1200" dirty="0"/>
            <a:t>Email notifications</a:t>
          </a:r>
        </a:p>
      </dsp:txBody>
      <dsp:txXfrm>
        <a:off x="3852486" y="2257545"/>
        <a:ext cx="3222855" cy="1933713"/>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B9C09E-41B5-4C5C-B962-BE3E4A4CA326}" type="datetimeFigureOut">
              <a:rPr lang="en-US" smtClean="0"/>
              <a:t>10/23/2026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34AE25-8C60-4295-BA4F-C7933AD59D66}" type="slidenum">
              <a:rPr lang="en-US" smtClean="0"/>
              <a:t>‹#›</a:t>
            </a:fld>
            <a:endParaRPr lang="en-US"/>
          </a:p>
        </p:txBody>
      </p:sp>
    </p:spTree>
    <p:extLst>
      <p:ext uri="{BB962C8B-B14F-4D97-AF65-F5344CB8AC3E}">
        <p14:creationId xmlns:p14="http://schemas.microsoft.com/office/powerpoint/2010/main" val="791319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good afternoon everyone. My name is Khalon Rodney and today I will be showcasing my project, </a:t>
            </a:r>
            <a:r>
              <a:rPr lang="en-US" dirty="0" err="1"/>
              <a:t>DucklingInsurance</a:t>
            </a:r>
            <a:r>
              <a:rPr lang="en-US" dirty="0"/>
              <a:t>. </a:t>
            </a:r>
          </a:p>
        </p:txBody>
      </p:sp>
      <p:sp>
        <p:nvSpPr>
          <p:cNvPr id="4" name="Slide Number Placeholder 3"/>
          <p:cNvSpPr>
            <a:spLocks noGrp="1"/>
          </p:cNvSpPr>
          <p:nvPr>
            <p:ph type="sldNum" sz="quarter" idx="5"/>
          </p:nvPr>
        </p:nvSpPr>
        <p:spPr/>
        <p:txBody>
          <a:bodyPr/>
          <a:lstStyle/>
          <a:p>
            <a:fld id="{5B34AE25-8C60-4295-BA4F-C7933AD59D66}" type="slidenum">
              <a:rPr lang="en-US" smtClean="0"/>
              <a:t>1</a:t>
            </a:fld>
            <a:endParaRPr lang="en-US"/>
          </a:p>
        </p:txBody>
      </p:sp>
    </p:spTree>
    <p:extLst>
      <p:ext uri="{BB962C8B-B14F-4D97-AF65-F5344CB8AC3E}">
        <p14:creationId xmlns:p14="http://schemas.microsoft.com/office/powerpoint/2010/main" val="10850123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project, </a:t>
            </a:r>
            <a:r>
              <a:rPr lang="en-US" dirty="0" err="1"/>
              <a:t>DucklingInsurance</a:t>
            </a:r>
            <a:r>
              <a:rPr lang="en-US" dirty="0"/>
              <a:t> is a full-stack insurance platform I built end to end: SQL Server database, the ASP.NET Core API, and the Angular front end, all deployed live on Azure. The idea and goal for this project was to model how a real insurer works. A customer can browse eight products, such as auto, home, health, and life. Each product has coverage levels, like Liability Only, Full Coverage, and Premium, and the price is calculated from the coverage amount, the level, and the customer’s age. They can also get quotes, which are saved for 30 days until expiration. Customers are able to buy straight from that quote at the price shown to them and pay either monthly or yearly. Customers are also able to file claims, change coverage or cancel their policy.</a:t>
            </a:r>
          </a:p>
          <a:p>
            <a:endParaRPr lang="en-US" dirty="0"/>
          </a:p>
          <a:p>
            <a:r>
              <a:rPr lang="en-US" dirty="0"/>
              <a:t>Admins are able to see every customer who enrolled at </a:t>
            </a:r>
            <a:r>
              <a:rPr lang="en-US" dirty="0" err="1"/>
              <a:t>DucklingInsurance</a:t>
            </a:r>
            <a:r>
              <a:rPr lang="en-US" dirty="0"/>
              <a:t>. They’re able to edit or deactivate customer accounts, approve or reject claims, they could also see all payments and create new insurance policies.</a:t>
            </a:r>
          </a:p>
        </p:txBody>
      </p:sp>
      <p:sp>
        <p:nvSpPr>
          <p:cNvPr id="4" name="Slide Number Placeholder 3"/>
          <p:cNvSpPr>
            <a:spLocks noGrp="1"/>
          </p:cNvSpPr>
          <p:nvPr>
            <p:ph type="sldNum" sz="quarter" idx="5"/>
          </p:nvPr>
        </p:nvSpPr>
        <p:spPr/>
        <p:txBody>
          <a:bodyPr/>
          <a:lstStyle/>
          <a:p>
            <a:fld id="{5B34AE25-8C60-4295-BA4F-C7933AD59D66}" type="slidenum">
              <a:rPr lang="en-US" smtClean="0"/>
              <a:t>2</a:t>
            </a:fld>
            <a:endParaRPr lang="en-US"/>
          </a:p>
        </p:txBody>
      </p:sp>
    </p:spTree>
    <p:extLst>
      <p:ext uri="{BB962C8B-B14F-4D97-AF65-F5344CB8AC3E}">
        <p14:creationId xmlns:p14="http://schemas.microsoft.com/office/powerpoint/2010/main" val="3121041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approach for this project was DB-first. Before writing any API or screen, I designed the tables and the relationships between them: customers, policies, coverage levels, payments, claims and quotes. Then I implemented the stored procedures for business rules like calculations, blocking cancellations under certain conditions, etc. in SQL. After that I moved on to the API, which follows this flow: a controller receives the request, a repository calls the stored procedure, and the result comes back as a DTO. The controllers stay thin, and each layer has one job, I ensured all endpoints worked by testing with Swagger. After the API was finished, then came the Angular frontend with the screens, forms and navigation, with different views for customers and admins. After everything was completed I then deployed the project to Azure.</a:t>
            </a:r>
          </a:p>
        </p:txBody>
      </p:sp>
      <p:sp>
        <p:nvSpPr>
          <p:cNvPr id="4" name="Slide Number Placeholder 3"/>
          <p:cNvSpPr>
            <a:spLocks noGrp="1"/>
          </p:cNvSpPr>
          <p:nvPr>
            <p:ph type="sldNum" sz="quarter" idx="5"/>
          </p:nvPr>
        </p:nvSpPr>
        <p:spPr/>
        <p:txBody>
          <a:bodyPr/>
          <a:lstStyle/>
          <a:p>
            <a:fld id="{5B34AE25-8C60-4295-BA4F-C7933AD59D66}" type="slidenum">
              <a:rPr lang="en-US" smtClean="0"/>
              <a:t>3</a:t>
            </a:fld>
            <a:endParaRPr lang="en-US"/>
          </a:p>
        </p:txBody>
      </p:sp>
    </p:spTree>
    <p:extLst>
      <p:ext uri="{BB962C8B-B14F-4D97-AF65-F5344CB8AC3E}">
        <p14:creationId xmlns:p14="http://schemas.microsoft.com/office/powerpoint/2010/main" val="2875165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project architecture. </a:t>
            </a:r>
          </a:p>
          <a:p>
            <a:endParaRPr lang="en-US" dirty="0"/>
          </a:p>
          <a:p>
            <a:pPr rtl="0"/>
            <a:r>
              <a:rPr lang="en-US" dirty="0"/>
              <a:t>On the left is the presentation tier: the Angular app, hosted on Azure Static Web Apps. It handles the screens and forms, and it uses route guards to send customers and admins to the right pages. It never talks to the database directly, only communicating with the API.</a:t>
            </a:r>
          </a:p>
          <a:p>
            <a:pPr rtl="0"/>
            <a:endParaRPr lang="en-US" dirty="0"/>
          </a:p>
          <a:p>
            <a:pPr rtl="0"/>
            <a:r>
              <a:rPr lang="en-US" dirty="0"/>
              <a:t>In the middle is the application tier, an ASP.NET Core Web API on Azure App Service. Every request comes in over HTTPS with a JWT token. The API checks the token and the user’s role before doing anything. Controllers stay thin, repositories talk to the database, and EF Core is only used to call stored procedures.</a:t>
            </a:r>
          </a:p>
          <a:p>
            <a:pPr rtl="0"/>
            <a:endParaRPr lang="en-US" dirty="0"/>
          </a:p>
          <a:p>
            <a:pPr rtl="0"/>
            <a:r>
              <a:rPr lang="en-US" dirty="0"/>
              <a:t>On the right is the data tier, Azure SQL. It holds the tables, the stored procedures with the business rules, and a few functions, like premium calculation and late fees. A trigger builds the payment schedule when a policy is bought.</a:t>
            </a:r>
          </a:p>
          <a:p>
            <a:pPr rtl="0"/>
            <a:endParaRPr lang="en-US" dirty="0"/>
          </a:p>
          <a:p>
            <a:pPr rtl="0"/>
            <a:r>
              <a:rPr lang="en-US" dirty="0"/>
              <a:t>On the bottom is the request flow: which flows left to right and the response comes back. A button click in Angular becomes an API call. The API checks the token, the repository runs a stored procedure, and the data comes back as JSON.</a:t>
            </a:r>
          </a:p>
          <a:p>
            <a:endParaRPr lang="en-US" dirty="0"/>
          </a:p>
        </p:txBody>
      </p:sp>
      <p:sp>
        <p:nvSpPr>
          <p:cNvPr id="4" name="Slide Number Placeholder 3"/>
          <p:cNvSpPr>
            <a:spLocks noGrp="1"/>
          </p:cNvSpPr>
          <p:nvPr>
            <p:ph type="sldNum" sz="quarter" idx="5"/>
          </p:nvPr>
        </p:nvSpPr>
        <p:spPr/>
        <p:txBody>
          <a:bodyPr/>
          <a:lstStyle/>
          <a:p>
            <a:fld id="{5B34AE25-8C60-4295-BA4F-C7933AD59D66}" type="slidenum">
              <a:rPr lang="en-US" smtClean="0"/>
              <a:t>4</a:t>
            </a:fld>
            <a:endParaRPr lang="en-US"/>
          </a:p>
        </p:txBody>
      </p:sp>
    </p:spTree>
    <p:extLst>
      <p:ext uri="{BB962C8B-B14F-4D97-AF65-F5344CB8AC3E}">
        <p14:creationId xmlns:p14="http://schemas.microsoft.com/office/powerpoint/2010/main" val="1172414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technologies I used to build it, excluding the IDE which was </a:t>
            </a:r>
            <a:r>
              <a:rPr lang="en-US" dirty="0" err="1"/>
              <a:t>VSCode</a:t>
            </a:r>
            <a:r>
              <a:rPr lang="en-US" dirty="0"/>
              <a:t> and Development Testing Tool which was Swagger.</a:t>
            </a:r>
          </a:p>
          <a:p>
            <a:endParaRPr lang="en-US" dirty="0"/>
          </a:p>
          <a:p>
            <a:pPr rtl="0"/>
            <a:r>
              <a:rPr lang="en-US" dirty="0"/>
              <a:t>n the front end it’s Angular with Angular Material for the components, such as tables, dialogs and forms. I used the newer Angular style: standalone components, signals for state, and reactive forms with validation, including a live password-rules checklist.</a:t>
            </a:r>
          </a:p>
          <a:p>
            <a:pPr rtl="0"/>
            <a:endParaRPr lang="en-US" dirty="0"/>
          </a:p>
          <a:p>
            <a:pPr rtl="0"/>
            <a:r>
              <a:rPr lang="en-US" dirty="0"/>
              <a:t>The back end is an ASP.NET Core Web API on .NET 10, written in C#. Authentication uses JWT tokens that carry the user’s role, and the roles are enforced on the server. Entity Framework Core is in the project, but only as a way to call my stored procedures.</a:t>
            </a:r>
          </a:p>
          <a:p>
            <a:pPr rtl="0"/>
            <a:endParaRPr lang="en-US" dirty="0"/>
          </a:p>
          <a:p>
            <a:pPr rtl="0"/>
            <a:r>
              <a:rPr lang="en-US" dirty="0"/>
              <a:t>The database is SQL Server. A lot of the logic lives here: stored procedures for the business rules, functions for things like premium calculation and late fees, and a trigger that builds the payment schedule.</a:t>
            </a:r>
          </a:p>
          <a:p>
            <a:pPr rtl="0"/>
            <a:endParaRPr lang="en-US" dirty="0"/>
          </a:p>
          <a:p>
            <a:pPr rtl="0"/>
            <a:r>
              <a:rPr lang="en-US" dirty="0"/>
              <a:t>For hosting, the Angular app is on Azure Static Web Apps, and the API is on Azure App Service, and the Database is on Azure SQL Server. I deployed with the Azure CLI and the Static Web Apps CLI.</a:t>
            </a:r>
          </a:p>
          <a:p>
            <a:endParaRPr lang="en-US" dirty="0"/>
          </a:p>
        </p:txBody>
      </p:sp>
      <p:sp>
        <p:nvSpPr>
          <p:cNvPr id="4" name="Slide Number Placeholder 3"/>
          <p:cNvSpPr>
            <a:spLocks noGrp="1"/>
          </p:cNvSpPr>
          <p:nvPr>
            <p:ph type="sldNum" sz="quarter" idx="5"/>
          </p:nvPr>
        </p:nvSpPr>
        <p:spPr/>
        <p:txBody>
          <a:bodyPr/>
          <a:lstStyle/>
          <a:p>
            <a:fld id="{5B34AE25-8C60-4295-BA4F-C7933AD59D66}" type="slidenum">
              <a:rPr lang="en-US" smtClean="0"/>
              <a:t>5</a:t>
            </a:fld>
            <a:endParaRPr lang="en-US"/>
          </a:p>
        </p:txBody>
      </p:sp>
    </p:spTree>
    <p:extLst>
      <p:ext uri="{BB962C8B-B14F-4D97-AF65-F5344CB8AC3E}">
        <p14:creationId xmlns:p14="http://schemas.microsoft.com/office/powerpoint/2010/main" val="2832129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For security, login returns a JWT token that includes the user’s role. The important point is that the API checks that role on every request. Hiding an admin button in Angular isn’t protection, because someone could still call the endpoint directly. So the admin endpoints are locked to the admin role on the server.</a:t>
            </a:r>
          </a:p>
          <a:p>
            <a:pPr rtl="0"/>
            <a:endParaRPr lang="en-US" dirty="0"/>
          </a:p>
          <a:p>
            <a:pPr rtl="0"/>
            <a:r>
              <a:rPr lang="en-US" dirty="0"/>
              <a:t>Passwords are hashed, and no endpoint ever returns them. For the most sensitive admin actions, such as editing a customer, deactivating an account, or creating a product, the admin has to re-enter their password. Login and those actions are also rate limited, to slow down guessing.</a:t>
            </a:r>
          </a:p>
          <a:p>
            <a:pPr rtl="0"/>
            <a:endParaRPr lang="en-US" dirty="0"/>
          </a:p>
          <a:p>
            <a:pPr rtl="0"/>
            <a:r>
              <a:rPr lang="en-US" dirty="0"/>
              <a:t>When an admin resets a customer’s password, the system generates a random temporary password that’s shown once. When the customer logs in, they’re taken to a full-screen page where they must choose a new password, and the API blocks everything else until they do.</a:t>
            </a:r>
          </a:p>
          <a:p>
            <a:pPr rtl="0"/>
            <a:endParaRPr lang="en-US" dirty="0"/>
          </a:p>
          <a:p>
            <a:pPr rtl="0"/>
            <a:r>
              <a:rPr lang="en-US" dirty="0"/>
              <a:t>The business rules are enforced in the database, in the stored procedures. For example, a customer with an overdue payment can’t change coverage or cancel. Coverage amounts have to fall within the range for their level. Quotes expire after 30 days and can only be used once. A rejected claim needs a reason. Because the rules are in SQL, they apply no matter how the data is accessed.</a:t>
            </a:r>
          </a:p>
          <a:p>
            <a:endParaRPr lang="en-US" dirty="0"/>
          </a:p>
        </p:txBody>
      </p:sp>
      <p:sp>
        <p:nvSpPr>
          <p:cNvPr id="4" name="Slide Number Placeholder 3"/>
          <p:cNvSpPr>
            <a:spLocks noGrp="1"/>
          </p:cNvSpPr>
          <p:nvPr>
            <p:ph type="sldNum" sz="quarter" idx="5"/>
          </p:nvPr>
        </p:nvSpPr>
        <p:spPr/>
        <p:txBody>
          <a:bodyPr/>
          <a:lstStyle/>
          <a:p>
            <a:fld id="{5B34AE25-8C60-4295-BA4F-C7933AD59D66}" type="slidenum">
              <a:rPr lang="en-US" smtClean="0"/>
              <a:t>6</a:t>
            </a:fld>
            <a:endParaRPr lang="en-US"/>
          </a:p>
        </p:txBody>
      </p:sp>
    </p:spTree>
    <p:extLst>
      <p:ext uri="{BB962C8B-B14F-4D97-AF65-F5344CB8AC3E}">
        <p14:creationId xmlns:p14="http://schemas.microsoft.com/office/powerpoint/2010/main" val="4217760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SQL runs in UTC. My app is built around due dates and overdue payments, and for a few hours each day the database thought it was already tomorrow. A payment could look overdue too early. I fixed it by writing two small SQL functions that return the business date and time for the correct time zone, and I used them in every procedure.</a:t>
            </a:r>
          </a:p>
          <a:p>
            <a:endParaRPr lang="en-US" dirty="0"/>
          </a:p>
          <a:p>
            <a:r>
              <a:rPr lang="en-US" dirty="0"/>
              <a:t>When an admin resets a customer’s password, that customer’s token is flagged so the API blocks everything except changing the password. During testing, I couldn’t log in to any account, even ones that weren’t flagged. The cause was that the old flagged token was still in the browser, and it was being attached to the login request itself, so the API rejected it. The fix was to exempt the auth endpoints from that block and clear the stale token. </a:t>
            </a:r>
          </a:p>
          <a:p>
            <a:endParaRPr lang="en-US" dirty="0"/>
          </a:p>
        </p:txBody>
      </p:sp>
      <p:sp>
        <p:nvSpPr>
          <p:cNvPr id="4" name="Slide Number Placeholder 3"/>
          <p:cNvSpPr>
            <a:spLocks noGrp="1"/>
          </p:cNvSpPr>
          <p:nvPr>
            <p:ph type="sldNum" sz="quarter" idx="5"/>
          </p:nvPr>
        </p:nvSpPr>
        <p:spPr/>
        <p:txBody>
          <a:bodyPr/>
          <a:lstStyle/>
          <a:p>
            <a:fld id="{5B34AE25-8C60-4295-BA4F-C7933AD59D66}" type="slidenum">
              <a:rPr lang="en-US" smtClean="0"/>
              <a:t>8</a:t>
            </a:fld>
            <a:endParaRPr lang="en-US"/>
          </a:p>
        </p:txBody>
      </p:sp>
    </p:spTree>
    <p:extLst>
      <p:ext uri="{BB962C8B-B14F-4D97-AF65-F5344CB8AC3E}">
        <p14:creationId xmlns:p14="http://schemas.microsoft.com/office/powerpoint/2010/main" val="90452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Improve Mobile Experience. The app works on mobile phones, but the layout is made for desktops. So I’d make the layout fully responsive.</a:t>
            </a:r>
          </a:p>
          <a:p>
            <a:pPr marL="228600" indent="-228600">
              <a:buAutoNum type="arabicPeriod"/>
            </a:pPr>
            <a:endParaRPr lang="en-US" dirty="0"/>
          </a:p>
          <a:p>
            <a:pPr marL="0" indent="0">
              <a:buNone/>
            </a:pPr>
            <a:r>
              <a:rPr lang="en-US" dirty="0"/>
              <a:t>2. Stronger Security. I’d add two-factor authentication and email verification, so we can confirm customers are who they say they are. I’d also add refresh tokens with short-lived access tokens.</a:t>
            </a:r>
          </a:p>
          <a:p>
            <a:pPr marL="0" indent="0">
              <a:buNone/>
            </a:pPr>
            <a:endParaRPr lang="en-US" dirty="0"/>
          </a:p>
          <a:p>
            <a:pPr marL="0" indent="0">
              <a:buNone/>
            </a:pPr>
            <a:r>
              <a:rPr lang="en-US" dirty="0"/>
              <a:t>3. A real system would accept debit and credit cards, PayPal and checks, through a payment provider, with automatic recurring payments and emailed receipts. The payment schedule and the late-fee rules are already in place, so this would plug into them.</a:t>
            </a:r>
          </a:p>
          <a:p>
            <a:pPr marL="0" indent="0">
              <a:buNone/>
            </a:pPr>
            <a:endParaRPr lang="en-US" dirty="0"/>
          </a:p>
          <a:p>
            <a:pPr marL="0" indent="0">
              <a:buNone/>
            </a:pPr>
            <a:r>
              <a:rPr lang="en-US" dirty="0"/>
              <a:t>4. Quality and Operations. I’d add automated tests and a CI/CD pipeline with GitHub Actions, so every change is tested and deployed automatically, and email notifications for claim decisions and payment reminders.</a:t>
            </a:r>
          </a:p>
        </p:txBody>
      </p:sp>
      <p:sp>
        <p:nvSpPr>
          <p:cNvPr id="4" name="Slide Number Placeholder 3"/>
          <p:cNvSpPr>
            <a:spLocks noGrp="1"/>
          </p:cNvSpPr>
          <p:nvPr>
            <p:ph type="sldNum" sz="quarter" idx="5"/>
          </p:nvPr>
        </p:nvSpPr>
        <p:spPr/>
        <p:txBody>
          <a:bodyPr/>
          <a:lstStyle/>
          <a:p>
            <a:fld id="{5B34AE25-8C60-4295-BA4F-C7933AD59D66}" type="slidenum">
              <a:rPr lang="en-US" smtClean="0"/>
              <a:t>9</a:t>
            </a:fld>
            <a:endParaRPr lang="en-US"/>
          </a:p>
        </p:txBody>
      </p:sp>
    </p:spTree>
    <p:extLst>
      <p:ext uri="{BB962C8B-B14F-4D97-AF65-F5344CB8AC3E}">
        <p14:creationId xmlns:p14="http://schemas.microsoft.com/office/powerpoint/2010/main" val="1295269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0A75B-6ECD-00E0-54EE-6B5B259E2E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DB8950-192F-5A0C-6336-219C3E6ADA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B2DA894-0F5C-A0E4-AD67-C80D547A9254}"/>
              </a:ext>
            </a:extLst>
          </p:cNvPr>
          <p:cNvSpPr>
            <a:spLocks noGrp="1"/>
          </p:cNvSpPr>
          <p:nvPr>
            <p:ph type="dt" sz="half" idx="10"/>
          </p:nvPr>
        </p:nvSpPr>
        <p:spPr/>
        <p:txBody>
          <a:bodyPr/>
          <a:lstStyle/>
          <a:p>
            <a:fld id="{57E0CF6C-748E-4B7A-BC8B-3011EF78ED13}" type="datetime1">
              <a:rPr lang="en-US" smtClean="0"/>
              <a:pPr/>
              <a:t>10/23/2026</a:t>
            </a:fld>
            <a:endParaRPr lang="en-US" dirty="0"/>
          </a:p>
        </p:txBody>
      </p:sp>
      <p:sp>
        <p:nvSpPr>
          <p:cNvPr id="5" name="Footer Placeholder 4">
            <a:extLst>
              <a:ext uri="{FF2B5EF4-FFF2-40B4-BE49-F238E27FC236}">
                <a16:creationId xmlns:a16="http://schemas.microsoft.com/office/drawing/2014/main" id="{31F946AE-E237-3C76-935E-1D963B260FDF}"/>
              </a:ext>
            </a:extLst>
          </p:cNvPr>
          <p:cNvSpPr>
            <a:spLocks noGrp="1"/>
          </p:cNvSpPr>
          <p:nvPr>
            <p:ph type="ftr" sz="quarter" idx="11"/>
          </p:nvPr>
        </p:nvSpPr>
        <p:spPr/>
        <p:txBody>
          <a:body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BCF5930A-215A-1548-0CEC-F8E9AFA9E73C}"/>
              </a:ext>
            </a:extLst>
          </p:cNvPr>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68599038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C420F-C644-77B1-B3A9-9C3DA383A7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5B46A6-19FB-CA62-B44C-A62F022C36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276E92-AA99-4DCA-43C9-159E026096A7}"/>
              </a:ext>
            </a:extLst>
          </p:cNvPr>
          <p:cNvSpPr>
            <a:spLocks noGrp="1"/>
          </p:cNvSpPr>
          <p:nvPr>
            <p:ph type="dt" sz="half" idx="10"/>
          </p:nvPr>
        </p:nvSpPr>
        <p:spPr/>
        <p:txBody>
          <a:bodyPr/>
          <a:lstStyle/>
          <a:p>
            <a:fld id="{57E0CF6C-748E-4B7A-BC8B-3011EF78ED13}" type="datetime1">
              <a:rPr lang="en-US" smtClean="0"/>
              <a:pPr/>
              <a:t>10/23/2026</a:t>
            </a:fld>
            <a:endParaRPr lang="en-US" dirty="0"/>
          </a:p>
        </p:txBody>
      </p:sp>
      <p:sp>
        <p:nvSpPr>
          <p:cNvPr id="5" name="Footer Placeholder 4">
            <a:extLst>
              <a:ext uri="{FF2B5EF4-FFF2-40B4-BE49-F238E27FC236}">
                <a16:creationId xmlns:a16="http://schemas.microsoft.com/office/drawing/2014/main" id="{9C684437-820B-EB66-4BA6-CD504659E163}"/>
              </a:ext>
            </a:extLst>
          </p:cNvPr>
          <p:cNvSpPr>
            <a:spLocks noGrp="1"/>
          </p:cNvSpPr>
          <p:nvPr>
            <p:ph type="ftr" sz="quarter" idx="11"/>
          </p:nvPr>
        </p:nvSpPr>
        <p:spPr/>
        <p:txBody>
          <a:body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5D65FB2D-E611-5977-C8BC-3CA4E0FB3EA4}"/>
              </a:ext>
            </a:extLst>
          </p:cNvPr>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96202195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B0CBD-5C0B-A247-4A66-0180683CA9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D17A82-7573-3F22-472D-DE0036B3CE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0147D5-A0D2-D595-A35F-A486E124DB53}"/>
              </a:ext>
            </a:extLst>
          </p:cNvPr>
          <p:cNvSpPr>
            <a:spLocks noGrp="1"/>
          </p:cNvSpPr>
          <p:nvPr>
            <p:ph type="dt" sz="half" idx="10"/>
          </p:nvPr>
        </p:nvSpPr>
        <p:spPr/>
        <p:txBody>
          <a:bodyPr/>
          <a:lstStyle/>
          <a:p>
            <a:fld id="{57E0CF6C-748E-4B7A-BC8B-3011EF78ED13}" type="datetime1">
              <a:rPr lang="en-US" smtClean="0"/>
              <a:pPr/>
              <a:t>10/23/2026</a:t>
            </a:fld>
            <a:endParaRPr lang="en-US" dirty="0"/>
          </a:p>
        </p:txBody>
      </p:sp>
      <p:sp>
        <p:nvSpPr>
          <p:cNvPr id="5" name="Footer Placeholder 4">
            <a:extLst>
              <a:ext uri="{FF2B5EF4-FFF2-40B4-BE49-F238E27FC236}">
                <a16:creationId xmlns:a16="http://schemas.microsoft.com/office/drawing/2014/main" id="{2DBEDAAC-9114-15D5-8BA3-3B5A21F7BE71}"/>
              </a:ext>
            </a:extLst>
          </p:cNvPr>
          <p:cNvSpPr>
            <a:spLocks noGrp="1"/>
          </p:cNvSpPr>
          <p:nvPr>
            <p:ph type="ftr" sz="quarter" idx="11"/>
          </p:nvPr>
        </p:nvSpPr>
        <p:spPr/>
        <p:txBody>
          <a:body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AC14C144-574D-C3B7-0516-76B04A8B5638}"/>
              </a:ext>
            </a:extLst>
          </p:cNvPr>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89466511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6742-D0A5-BBDB-5C9F-D45C0AA1AFC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DEAB77-642A-B6DA-D035-5D6D717309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C8FDA7-EB3B-F006-37A5-F28F065BCA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EFEAA4A-9C32-F231-56D4-73ABFFE2FD85}"/>
              </a:ext>
            </a:extLst>
          </p:cNvPr>
          <p:cNvSpPr>
            <a:spLocks noGrp="1"/>
          </p:cNvSpPr>
          <p:nvPr>
            <p:ph type="dt" sz="half" idx="10"/>
          </p:nvPr>
        </p:nvSpPr>
        <p:spPr/>
        <p:txBody>
          <a:bodyPr/>
          <a:lstStyle/>
          <a:p>
            <a:fld id="{57E0CF6C-748E-4B7A-BC8B-3011EF78ED13}" type="datetime1">
              <a:rPr lang="en-US" smtClean="0"/>
              <a:pPr/>
              <a:t>10/23/2026</a:t>
            </a:fld>
            <a:endParaRPr lang="en-US" dirty="0"/>
          </a:p>
        </p:txBody>
      </p:sp>
      <p:sp>
        <p:nvSpPr>
          <p:cNvPr id="6" name="Footer Placeholder 5">
            <a:extLst>
              <a:ext uri="{FF2B5EF4-FFF2-40B4-BE49-F238E27FC236}">
                <a16:creationId xmlns:a16="http://schemas.microsoft.com/office/drawing/2014/main" id="{0420694A-E3AF-F0DF-FC80-251B5FED29DD}"/>
              </a:ext>
            </a:extLst>
          </p:cNvPr>
          <p:cNvSpPr>
            <a:spLocks noGrp="1"/>
          </p:cNvSpPr>
          <p:nvPr>
            <p:ph type="ftr" sz="quarter" idx="11"/>
          </p:nvPr>
        </p:nvSpPr>
        <p:spPr/>
        <p:txBody>
          <a:bodyPr/>
          <a:lstStyle/>
          <a:p>
            <a:endParaRPr lang="en-US" dirty="0">
              <a:solidFill>
                <a:schemeClr val="tx1">
                  <a:alpha val="60000"/>
                </a:schemeClr>
              </a:solidFill>
            </a:endParaRPr>
          </a:p>
        </p:txBody>
      </p:sp>
      <p:sp>
        <p:nvSpPr>
          <p:cNvPr id="7" name="Slide Number Placeholder 6">
            <a:extLst>
              <a:ext uri="{FF2B5EF4-FFF2-40B4-BE49-F238E27FC236}">
                <a16:creationId xmlns:a16="http://schemas.microsoft.com/office/drawing/2014/main" id="{01343F27-FF6C-7484-8315-8FF18492E1DA}"/>
              </a:ext>
            </a:extLst>
          </p:cNvPr>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257112644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8299C-2007-2BD8-0B82-FFCF054213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B175277-7B13-0D72-7E29-012ABE67B6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D42FAB-706C-B088-1BA8-57722AC16A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9C101B5-E102-3939-BD37-7075227563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F68832-A0F4-C34F-9FB0-6C45AD1AD52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5D80C6-71BE-A600-B45E-F13E1383B62C}"/>
              </a:ext>
            </a:extLst>
          </p:cNvPr>
          <p:cNvSpPr>
            <a:spLocks noGrp="1"/>
          </p:cNvSpPr>
          <p:nvPr>
            <p:ph type="dt" sz="half" idx="10"/>
          </p:nvPr>
        </p:nvSpPr>
        <p:spPr/>
        <p:txBody>
          <a:bodyPr/>
          <a:lstStyle/>
          <a:p>
            <a:fld id="{57E0CF6C-748E-4B7A-BC8B-3011EF78ED13}" type="datetime1">
              <a:rPr lang="en-US" smtClean="0"/>
              <a:pPr/>
              <a:t>10/23/2026</a:t>
            </a:fld>
            <a:endParaRPr lang="en-US" dirty="0"/>
          </a:p>
        </p:txBody>
      </p:sp>
      <p:sp>
        <p:nvSpPr>
          <p:cNvPr id="8" name="Footer Placeholder 7">
            <a:extLst>
              <a:ext uri="{FF2B5EF4-FFF2-40B4-BE49-F238E27FC236}">
                <a16:creationId xmlns:a16="http://schemas.microsoft.com/office/drawing/2014/main" id="{9E6715E8-F768-B888-5C2C-3373DB42A650}"/>
              </a:ext>
            </a:extLst>
          </p:cNvPr>
          <p:cNvSpPr>
            <a:spLocks noGrp="1"/>
          </p:cNvSpPr>
          <p:nvPr>
            <p:ph type="ftr" sz="quarter" idx="11"/>
          </p:nvPr>
        </p:nvSpPr>
        <p:spPr/>
        <p:txBody>
          <a:bodyPr/>
          <a:lstStyle/>
          <a:p>
            <a:endParaRPr lang="en-US" dirty="0">
              <a:solidFill>
                <a:schemeClr val="tx1">
                  <a:alpha val="60000"/>
                </a:schemeClr>
              </a:solidFill>
            </a:endParaRPr>
          </a:p>
        </p:txBody>
      </p:sp>
      <p:sp>
        <p:nvSpPr>
          <p:cNvPr id="9" name="Slide Number Placeholder 8">
            <a:extLst>
              <a:ext uri="{FF2B5EF4-FFF2-40B4-BE49-F238E27FC236}">
                <a16:creationId xmlns:a16="http://schemas.microsoft.com/office/drawing/2014/main" id="{27F018BF-9A1A-611B-620E-C97279AE18F9}"/>
              </a:ext>
            </a:extLst>
          </p:cNvPr>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254171583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A38AC-70EA-E777-C7B0-20427C64CBA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E7CDE6-B534-0DD6-27AC-191281147E4A}"/>
              </a:ext>
            </a:extLst>
          </p:cNvPr>
          <p:cNvSpPr>
            <a:spLocks noGrp="1"/>
          </p:cNvSpPr>
          <p:nvPr>
            <p:ph type="dt" sz="half" idx="10"/>
          </p:nvPr>
        </p:nvSpPr>
        <p:spPr/>
        <p:txBody>
          <a:bodyPr/>
          <a:lstStyle/>
          <a:p>
            <a:fld id="{3AB41CFF-90C9-47B3-9DA1-F2BF8D839F7E}" type="datetime1">
              <a:rPr lang="en-US" smtClean="0"/>
              <a:t>10/23/2026</a:t>
            </a:fld>
            <a:endParaRPr lang="en-US"/>
          </a:p>
        </p:txBody>
      </p:sp>
      <p:sp>
        <p:nvSpPr>
          <p:cNvPr id="4" name="Footer Placeholder 3">
            <a:extLst>
              <a:ext uri="{FF2B5EF4-FFF2-40B4-BE49-F238E27FC236}">
                <a16:creationId xmlns:a16="http://schemas.microsoft.com/office/drawing/2014/main" id="{4BE5ADA1-EE03-22CF-1792-2511D695FA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CCB559-DCDD-9EAB-D883-D6B49F34553E}"/>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53919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7D18F6-E514-6F11-56BA-E47D6824C548}"/>
              </a:ext>
            </a:extLst>
          </p:cNvPr>
          <p:cNvSpPr>
            <a:spLocks noGrp="1"/>
          </p:cNvSpPr>
          <p:nvPr>
            <p:ph type="dt" sz="half" idx="10"/>
          </p:nvPr>
        </p:nvSpPr>
        <p:spPr/>
        <p:txBody>
          <a:bodyPr/>
          <a:lstStyle/>
          <a:p>
            <a:fld id="{57E0CF6C-748E-4B7A-BC8B-3011EF78ED13}" type="datetime1">
              <a:rPr lang="en-US" smtClean="0"/>
              <a:pPr/>
              <a:t>10/23/2026</a:t>
            </a:fld>
            <a:endParaRPr lang="en-US" dirty="0"/>
          </a:p>
        </p:txBody>
      </p:sp>
      <p:sp>
        <p:nvSpPr>
          <p:cNvPr id="3" name="Footer Placeholder 2">
            <a:extLst>
              <a:ext uri="{FF2B5EF4-FFF2-40B4-BE49-F238E27FC236}">
                <a16:creationId xmlns:a16="http://schemas.microsoft.com/office/drawing/2014/main" id="{A2524A7A-FAFE-8FA6-C8DE-42E559F90F87}"/>
              </a:ext>
            </a:extLst>
          </p:cNvPr>
          <p:cNvSpPr>
            <a:spLocks noGrp="1"/>
          </p:cNvSpPr>
          <p:nvPr>
            <p:ph type="ftr" sz="quarter" idx="11"/>
          </p:nvPr>
        </p:nvSpPr>
        <p:spPr/>
        <p:txBody>
          <a:bodyPr/>
          <a:lstStyle/>
          <a:p>
            <a:endParaRPr lang="en-US" dirty="0">
              <a:solidFill>
                <a:schemeClr val="tx1">
                  <a:alpha val="60000"/>
                </a:schemeClr>
              </a:solidFill>
            </a:endParaRPr>
          </a:p>
        </p:txBody>
      </p:sp>
      <p:sp>
        <p:nvSpPr>
          <p:cNvPr id="4" name="Slide Number Placeholder 3">
            <a:extLst>
              <a:ext uri="{FF2B5EF4-FFF2-40B4-BE49-F238E27FC236}">
                <a16:creationId xmlns:a16="http://schemas.microsoft.com/office/drawing/2014/main" id="{5E65ACCE-2FC0-93F4-B4DC-4BA6859DFF15}"/>
              </a:ext>
            </a:extLst>
          </p:cNvPr>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43419505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916AB-7128-16EC-1538-5F4C36C8BF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8C5AD8-3E98-0A7A-5DE9-A8B682705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C18C86-54DA-B520-B134-ABC0F86FF8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B1C05F-D76A-D844-F19C-2FC0AE21A152}"/>
              </a:ext>
            </a:extLst>
          </p:cNvPr>
          <p:cNvSpPr>
            <a:spLocks noGrp="1"/>
          </p:cNvSpPr>
          <p:nvPr>
            <p:ph type="dt" sz="half" idx="10"/>
          </p:nvPr>
        </p:nvSpPr>
        <p:spPr/>
        <p:txBody>
          <a:bodyPr/>
          <a:lstStyle/>
          <a:p>
            <a:fld id="{57E0CF6C-748E-4B7A-BC8B-3011EF78ED13}" type="datetime1">
              <a:rPr lang="en-US" smtClean="0"/>
              <a:pPr/>
              <a:t>10/23/2026</a:t>
            </a:fld>
            <a:endParaRPr lang="en-US" dirty="0"/>
          </a:p>
        </p:txBody>
      </p:sp>
      <p:sp>
        <p:nvSpPr>
          <p:cNvPr id="6" name="Footer Placeholder 5">
            <a:extLst>
              <a:ext uri="{FF2B5EF4-FFF2-40B4-BE49-F238E27FC236}">
                <a16:creationId xmlns:a16="http://schemas.microsoft.com/office/drawing/2014/main" id="{BADCB814-3DDC-2879-7605-394AC95715B1}"/>
              </a:ext>
            </a:extLst>
          </p:cNvPr>
          <p:cNvSpPr>
            <a:spLocks noGrp="1"/>
          </p:cNvSpPr>
          <p:nvPr>
            <p:ph type="ftr" sz="quarter" idx="11"/>
          </p:nvPr>
        </p:nvSpPr>
        <p:spPr/>
        <p:txBody>
          <a:bodyPr/>
          <a:lstStyle/>
          <a:p>
            <a:endParaRPr lang="en-US" dirty="0">
              <a:solidFill>
                <a:schemeClr val="tx1">
                  <a:alpha val="60000"/>
                </a:schemeClr>
              </a:solidFill>
            </a:endParaRPr>
          </a:p>
        </p:txBody>
      </p:sp>
      <p:sp>
        <p:nvSpPr>
          <p:cNvPr id="7" name="Slide Number Placeholder 6">
            <a:extLst>
              <a:ext uri="{FF2B5EF4-FFF2-40B4-BE49-F238E27FC236}">
                <a16:creationId xmlns:a16="http://schemas.microsoft.com/office/drawing/2014/main" id="{51F1293E-162F-499A-92D1-A092B1B8F7D2}"/>
              </a:ext>
            </a:extLst>
          </p:cNvPr>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17401568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C6143-6161-8897-F1DF-F78BB1630C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F417A3-34D7-40B8-D2A8-FE668BEDA97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D57A46-AD56-2FA0-2735-AAF1CF9712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A609A3-D149-61C7-361D-903F27257C16}"/>
              </a:ext>
            </a:extLst>
          </p:cNvPr>
          <p:cNvSpPr>
            <a:spLocks noGrp="1"/>
          </p:cNvSpPr>
          <p:nvPr>
            <p:ph type="dt" sz="half" idx="10"/>
          </p:nvPr>
        </p:nvSpPr>
        <p:spPr/>
        <p:txBody>
          <a:bodyPr/>
          <a:lstStyle/>
          <a:p>
            <a:fld id="{57E0CF6C-748E-4B7A-BC8B-3011EF78ED13}" type="datetime1">
              <a:rPr lang="en-US" smtClean="0"/>
              <a:pPr/>
              <a:t>10/23/2026</a:t>
            </a:fld>
            <a:endParaRPr lang="en-US" dirty="0"/>
          </a:p>
        </p:txBody>
      </p:sp>
      <p:sp>
        <p:nvSpPr>
          <p:cNvPr id="6" name="Footer Placeholder 5">
            <a:extLst>
              <a:ext uri="{FF2B5EF4-FFF2-40B4-BE49-F238E27FC236}">
                <a16:creationId xmlns:a16="http://schemas.microsoft.com/office/drawing/2014/main" id="{D7EC74C9-E366-37CB-D6B9-8D168DD372B3}"/>
              </a:ext>
            </a:extLst>
          </p:cNvPr>
          <p:cNvSpPr>
            <a:spLocks noGrp="1"/>
          </p:cNvSpPr>
          <p:nvPr>
            <p:ph type="ftr" sz="quarter" idx="11"/>
          </p:nvPr>
        </p:nvSpPr>
        <p:spPr/>
        <p:txBody>
          <a:bodyPr/>
          <a:lstStyle/>
          <a:p>
            <a:endParaRPr lang="en-US" dirty="0">
              <a:solidFill>
                <a:schemeClr val="tx1">
                  <a:alpha val="60000"/>
                </a:schemeClr>
              </a:solidFill>
            </a:endParaRPr>
          </a:p>
        </p:txBody>
      </p:sp>
      <p:sp>
        <p:nvSpPr>
          <p:cNvPr id="7" name="Slide Number Placeholder 6">
            <a:extLst>
              <a:ext uri="{FF2B5EF4-FFF2-40B4-BE49-F238E27FC236}">
                <a16:creationId xmlns:a16="http://schemas.microsoft.com/office/drawing/2014/main" id="{74B0988A-70B8-C73E-A07A-10DD979D9B9D}"/>
              </a:ext>
            </a:extLst>
          </p:cNvPr>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83863419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8C70D-D21B-1CA5-3E7D-18537273C9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7B9BAC-EB1E-746D-E802-DC0468092A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0C59F6-B4CA-1F92-99DF-F2CBBB2FF6BE}"/>
              </a:ext>
            </a:extLst>
          </p:cNvPr>
          <p:cNvSpPr>
            <a:spLocks noGrp="1"/>
          </p:cNvSpPr>
          <p:nvPr>
            <p:ph type="dt" sz="half" idx="10"/>
          </p:nvPr>
        </p:nvSpPr>
        <p:spPr/>
        <p:txBody>
          <a:bodyPr/>
          <a:lstStyle/>
          <a:p>
            <a:fld id="{57E0CF6C-748E-4B7A-BC8B-3011EF78ED13}" type="datetime1">
              <a:rPr lang="en-US" smtClean="0"/>
              <a:pPr/>
              <a:t>10/23/2026</a:t>
            </a:fld>
            <a:endParaRPr lang="en-US" dirty="0"/>
          </a:p>
        </p:txBody>
      </p:sp>
      <p:sp>
        <p:nvSpPr>
          <p:cNvPr id="5" name="Footer Placeholder 4">
            <a:extLst>
              <a:ext uri="{FF2B5EF4-FFF2-40B4-BE49-F238E27FC236}">
                <a16:creationId xmlns:a16="http://schemas.microsoft.com/office/drawing/2014/main" id="{068D3AB3-2897-CDFA-91AA-2540753AF8BB}"/>
              </a:ext>
            </a:extLst>
          </p:cNvPr>
          <p:cNvSpPr>
            <a:spLocks noGrp="1"/>
          </p:cNvSpPr>
          <p:nvPr>
            <p:ph type="ftr" sz="quarter" idx="11"/>
          </p:nvPr>
        </p:nvSpPr>
        <p:spPr/>
        <p:txBody>
          <a:body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87E9E161-0560-12DC-E54A-15EEDF25041F}"/>
              </a:ext>
            </a:extLst>
          </p:cNvPr>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82483859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7108F9-38ED-5A4C-F49A-8657628077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35EB58-A168-020E-D26B-D628C08A26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E4C125-0DD3-D146-BC9D-8374AFDEE3F9}"/>
              </a:ext>
            </a:extLst>
          </p:cNvPr>
          <p:cNvSpPr>
            <a:spLocks noGrp="1"/>
          </p:cNvSpPr>
          <p:nvPr>
            <p:ph type="dt" sz="half" idx="10"/>
          </p:nvPr>
        </p:nvSpPr>
        <p:spPr/>
        <p:txBody>
          <a:bodyPr/>
          <a:lstStyle/>
          <a:p>
            <a:fld id="{57E0CF6C-748E-4B7A-BC8B-3011EF78ED13}" type="datetime1">
              <a:rPr lang="en-US" smtClean="0"/>
              <a:pPr/>
              <a:t>10/23/2026</a:t>
            </a:fld>
            <a:endParaRPr lang="en-US" dirty="0"/>
          </a:p>
        </p:txBody>
      </p:sp>
      <p:sp>
        <p:nvSpPr>
          <p:cNvPr id="5" name="Footer Placeholder 4">
            <a:extLst>
              <a:ext uri="{FF2B5EF4-FFF2-40B4-BE49-F238E27FC236}">
                <a16:creationId xmlns:a16="http://schemas.microsoft.com/office/drawing/2014/main" id="{CA2A1062-7A84-F6F0-1DF8-A64419AB4846}"/>
              </a:ext>
            </a:extLst>
          </p:cNvPr>
          <p:cNvSpPr>
            <a:spLocks noGrp="1"/>
          </p:cNvSpPr>
          <p:nvPr>
            <p:ph type="ftr" sz="quarter" idx="11"/>
          </p:nvPr>
        </p:nvSpPr>
        <p:spPr/>
        <p:txBody>
          <a:body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C4417EA4-9EFC-4701-841E-86C6B0BB4098}"/>
              </a:ext>
            </a:extLst>
          </p:cNvPr>
          <p:cNvSpPr>
            <a:spLocks noGrp="1"/>
          </p:cNvSpPr>
          <p:nvPr>
            <p:ph type="sldNum" sz="quarter" idx="12"/>
          </p:nvPr>
        </p:nvSpPr>
        <p:spPr/>
        <p:txBody>
          <a:body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71634882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US" dirty="0">
              <a:solidFill>
                <a:schemeClr val="tx1">
                  <a:alpha val="60000"/>
                </a:schemeClr>
              </a:solidFill>
            </a:endParaRP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57E0CF6C-748E-4B7A-BC8B-3011EF78ED13}" type="datetime1">
              <a:rPr lang="en-US" smtClean="0"/>
              <a:pPr/>
              <a:t>10/23/2026</a:t>
            </a:fld>
            <a:endParaRPr lang="en-US" dirty="0"/>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73B850FF-6169-4056-8077-06FFA93A5366}" type="slidenum">
              <a:rPr lang="en-US" smtClean="0"/>
              <a:pPr/>
              <a:t>‹#›</a:t>
            </a:fld>
            <a:endParaRPr lang="en-US" dirty="0"/>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3906023540"/>
      </p:ext>
    </p:extLst>
  </p:cSld>
  <p:clrMapOvr>
    <a:masterClrMapping/>
  </p:clrMapOvr>
  <p:hf sldNum="0" hdr="0" ft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endParaRPr lang="en-US" dirty="0">
              <a:solidFill>
                <a:schemeClr val="tx1">
                  <a:alpha val="60000"/>
                </a:schemeClr>
              </a:solidFill>
            </a:endParaRP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57E0CF6C-748E-4B7A-BC8B-3011EF78ED13}" type="datetime1">
              <a:rPr lang="en-US" smtClean="0"/>
              <a:pPr/>
              <a:t>10/23/2026</a:t>
            </a:fld>
            <a:endParaRPr lang="en-US" dirty="0"/>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73B850FF-6169-4056-8077-06FFA93A5366}" type="slidenum">
              <a:rPr lang="en-US" smtClean="0"/>
              <a:pPr/>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8860449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24297-5A17-3263-6074-7C362A6EE20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CAA972-182F-134A-DE7E-ADDFDDE6D5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0EDC56-CE99-B7A0-B143-BB5FADAA8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E0CF6C-748E-4B7A-BC8B-3011EF78ED13}" type="datetime1">
              <a:rPr lang="en-US" smtClean="0"/>
              <a:pPr/>
              <a:t>10/23/2026</a:t>
            </a:fld>
            <a:endParaRPr lang="en-US" dirty="0"/>
          </a:p>
        </p:txBody>
      </p:sp>
      <p:sp>
        <p:nvSpPr>
          <p:cNvPr id="5" name="Footer Placeholder 4">
            <a:extLst>
              <a:ext uri="{FF2B5EF4-FFF2-40B4-BE49-F238E27FC236}">
                <a16:creationId xmlns:a16="http://schemas.microsoft.com/office/drawing/2014/main" id="{C9DBF9A2-54C1-E8B8-FA73-3C40CD1FAE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FCBA0FD3-6943-35B4-3C25-113CF4ECF9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129388803"/>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 id="2147483849"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hyperlink" Target="https://purple-ground-0651bcf1e.6.azurestaticapps.net/" TargetMode="External"/><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347D6575-0B06-40B2-9D0F-298202F6BC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Arc 24">
            <a:extLst>
              <a:ext uri="{FF2B5EF4-FFF2-40B4-BE49-F238E27FC236}">
                <a16:creationId xmlns:a16="http://schemas.microsoft.com/office/drawing/2014/main" id="{E2B33195-5BCA-4BB7-A82D-673952268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604789">
            <a:off x="675639" y="775849"/>
            <a:ext cx="2987899" cy="2987899"/>
          </a:xfrm>
          <a:prstGeom prst="arc">
            <a:avLst>
              <a:gd name="adj1" fmla="val 14455503"/>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BD6B97E-6117-23AA-DE57-7158DA95A5D0}"/>
              </a:ext>
            </a:extLst>
          </p:cNvPr>
          <p:cNvSpPr>
            <a:spLocks noGrp="1"/>
          </p:cNvSpPr>
          <p:nvPr>
            <p:ph type="title"/>
          </p:nvPr>
        </p:nvSpPr>
        <p:spPr>
          <a:xfrm>
            <a:off x="892818" y="1370171"/>
            <a:ext cx="5085580" cy="2387600"/>
          </a:xfrm>
        </p:spPr>
        <p:txBody>
          <a:bodyPr vert="horz" lIns="91440" tIns="45720" rIns="91440" bIns="45720" rtlCol="0" anchor="b">
            <a:normAutofit/>
          </a:bodyPr>
          <a:lstStyle/>
          <a:p>
            <a:r>
              <a:rPr lang="en-US" sz="5100" dirty="0">
                <a:solidFill>
                  <a:schemeClr val="bg1"/>
                </a:solidFill>
              </a:rPr>
              <a:t>Project 2  - </a:t>
            </a:r>
            <a:r>
              <a:rPr lang="en-US" sz="5100" dirty="0" err="1">
                <a:solidFill>
                  <a:schemeClr val="bg1"/>
                </a:solidFill>
              </a:rPr>
              <a:t>DucklingInsurance</a:t>
            </a:r>
            <a:endParaRPr lang="en-US" sz="5100" dirty="0">
              <a:solidFill>
                <a:schemeClr val="bg1"/>
              </a:solidFill>
            </a:endParaRPr>
          </a:p>
        </p:txBody>
      </p:sp>
      <p:sp>
        <p:nvSpPr>
          <p:cNvPr id="3" name="Subtitle 2">
            <a:extLst>
              <a:ext uri="{FF2B5EF4-FFF2-40B4-BE49-F238E27FC236}">
                <a16:creationId xmlns:a16="http://schemas.microsoft.com/office/drawing/2014/main" id="{6F2C421D-BF19-741C-0E6B-FF296BB29BB3}"/>
              </a:ext>
            </a:extLst>
          </p:cNvPr>
          <p:cNvSpPr>
            <a:spLocks noGrp="1"/>
          </p:cNvSpPr>
          <p:nvPr>
            <p:ph type="subTitle" idx="1"/>
          </p:nvPr>
        </p:nvSpPr>
        <p:spPr>
          <a:xfrm>
            <a:off x="892818" y="3849845"/>
            <a:ext cx="5085580" cy="1881751"/>
          </a:xfrm>
        </p:spPr>
        <p:txBody>
          <a:bodyPr vert="horz" lIns="91440" tIns="45720" rIns="91440" bIns="45720" rtlCol="0">
            <a:normAutofit/>
          </a:bodyPr>
          <a:lstStyle/>
          <a:p>
            <a:pPr marL="0" indent="0">
              <a:buNone/>
            </a:pPr>
            <a:r>
              <a:rPr lang="en-US" sz="2400">
                <a:solidFill>
                  <a:schemeClr val="bg1"/>
                </a:solidFill>
              </a:rPr>
              <a:t>By Khalon Rodney</a:t>
            </a:r>
          </a:p>
        </p:txBody>
      </p:sp>
      <p:sp>
        <p:nvSpPr>
          <p:cNvPr id="26" name="Oval 25">
            <a:extLst>
              <a:ext uri="{FF2B5EF4-FFF2-40B4-BE49-F238E27FC236}">
                <a16:creationId xmlns:a16="http://schemas.microsoft.com/office/drawing/2014/main" id="{CF8AD9F3-9AF6-494F-83A3-2F67756393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49802" y="832686"/>
            <a:ext cx="1104943" cy="107496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7262353E-092B-470D-DD52-1227A4970CD9}"/>
              </a:ext>
            </a:extLst>
          </p:cNvPr>
          <p:cNvPicPr>
            <a:picLocks noChangeAspect="1"/>
          </p:cNvPicPr>
          <p:nvPr/>
        </p:nvPicPr>
        <p:blipFill>
          <a:blip r:embed="rId3">
            <a:extLst>
              <a:ext uri="{28A0092B-C50C-407E-A947-70E740481C1C}">
                <a14:useLocalDpi xmlns:a14="http://schemas.microsoft.com/office/drawing/2010/main" val="0"/>
              </a:ext>
            </a:extLst>
          </a:blip>
          <a:srcRect r="2" b="2"/>
          <a:stretch>
            <a:fillRect/>
          </a:stretch>
        </p:blipFill>
        <p:spPr>
          <a:xfrm>
            <a:off x="6520859" y="795510"/>
            <a:ext cx="5137520" cy="5137520"/>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p:spPr>
      </p:pic>
      <p:sp>
        <p:nvSpPr>
          <p:cNvPr id="30" name="Rectangle 29">
            <a:extLst>
              <a:ext uri="{FF2B5EF4-FFF2-40B4-BE49-F238E27FC236}">
                <a16:creationId xmlns:a16="http://schemas.microsoft.com/office/drawing/2014/main" id="{0DA5DB8B-7E5C-4ABC-8069-A9A8806F3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82154" y="4925384"/>
            <a:ext cx="876704" cy="876704"/>
          </a:xfrm>
          <a:prstGeom prst="rect">
            <a:avLst/>
          </a:prstGeom>
          <a:noFill/>
          <a:ln w="127000">
            <a:solidFill>
              <a:schemeClr val="accent4"/>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6965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5611BF-5834-AE35-61EB-EFDBA6C5B4FE}"/>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Project Description – DucklingInsurance</a:t>
            </a:r>
          </a:p>
        </p:txBody>
      </p:sp>
      <p:graphicFrame>
        <p:nvGraphicFramePr>
          <p:cNvPr id="21" name="Content Placeholder 2">
            <a:extLst>
              <a:ext uri="{FF2B5EF4-FFF2-40B4-BE49-F238E27FC236}">
                <a16:creationId xmlns:a16="http://schemas.microsoft.com/office/drawing/2014/main" id="{DC2D8235-0C9E-8FBD-0DD7-5B13FEDB07B8}"/>
              </a:ext>
            </a:extLst>
          </p:cNvPr>
          <p:cNvGraphicFramePr>
            <a:graphicFrameLocks noGrp="1"/>
          </p:cNvGraphicFramePr>
          <p:nvPr>
            <p:ph idx="1"/>
            <p:extLst>
              <p:ext uri="{D42A27DB-BD31-4B8C-83A1-F6EECF244321}">
                <p14:modId xmlns:p14="http://schemas.microsoft.com/office/powerpoint/2010/main" val="59369905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86287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17AE182-C8A7-96F2-630E-D910579A1C48}"/>
              </a:ext>
            </a:extLst>
          </p:cNvPr>
          <p:cNvSpPr>
            <a:spLocks noGrp="1"/>
          </p:cNvSpPr>
          <p:nvPr>
            <p:ph type="title"/>
          </p:nvPr>
        </p:nvSpPr>
        <p:spPr>
          <a:xfrm>
            <a:off x="1383564" y="348865"/>
            <a:ext cx="9718111" cy="1576446"/>
          </a:xfrm>
        </p:spPr>
        <p:txBody>
          <a:bodyPr vert="horz" lIns="91440" tIns="45720" rIns="91440" bIns="45720" rtlCol="0" anchor="ctr">
            <a:normAutofit/>
          </a:bodyPr>
          <a:lstStyle/>
          <a:p>
            <a:r>
              <a:rPr lang="en-US" sz="4000" kern="1200" dirty="0">
                <a:solidFill>
                  <a:srgbClr val="FFFFFF"/>
                </a:solidFill>
                <a:latin typeface="+mj-lt"/>
                <a:ea typeface="+mj-ea"/>
                <a:cs typeface="+mj-cs"/>
              </a:rPr>
              <a:t>Approach</a:t>
            </a:r>
          </a:p>
        </p:txBody>
      </p:sp>
      <p:graphicFrame>
        <p:nvGraphicFramePr>
          <p:cNvPr id="5" name="Content Placeholder 2">
            <a:extLst>
              <a:ext uri="{FF2B5EF4-FFF2-40B4-BE49-F238E27FC236}">
                <a16:creationId xmlns:a16="http://schemas.microsoft.com/office/drawing/2014/main" id="{19585952-3958-24E7-DE0D-7A576E214968}"/>
              </a:ext>
            </a:extLst>
          </p:cNvPr>
          <p:cNvGraphicFramePr>
            <a:graphicFrameLocks noGrp="1"/>
          </p:cNvGraphicFramePr>
          <p:nvPr>
            <p:ph idx="1"/>
            <p:extLst>
              <p:ext uri="{D42A27DB-BD31-4B8C-83A1-F6EECF244321}">
                <p14:modId xmlns:p14="http://schemas.microsoft.com/office/powerpoint/2010/main" val="1900846735"/>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001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762F965-F58B-7F09-8006-58AE2B0A34DA}"/>
              </a:ext>
            </a:extLst>
          </p:cNvPr>
          <p:cNvSpPr>
            <a:spLocks noGrp="1"/>
          </p:cNvSpPr>
          <p:nvPr>
            <p:ph type="title"/>
          </p:nvPr>
        </p:nvSpPr>
        <p:spPr>
          <a:xfrm>
            <a:off x="828675" y="494414"/>
            <a:ext cx="10534650" cy="817403"/>
          </a:xfrm>
        </p:spPr>
        <p:txBody>
          <a:bodyPr vert="horz" lIns="91440" tIns="45720" rIns="91440" bIns="45720" rtlCol="0" anchor="b">
            <a:normAutofit/>
          </a:bodyPr>
          <a:lstStyle/>
          <a:p>
            <a:pPr algn="ctr"/>
            <a:r>
              <a:rPr lang="en-US" sz="3600" kern="1200">
                <a:solidFill>
                  <a:schemeClr val="tx1"/>
                </a:solidFill>
                <a:latin typeface="+mj-lt"/>
                <a:ea typeface="+mj-ea"/>
                <a:cs typeface="+mj-cs"/>
              </a:rPr>
              <a:t>Project Architecture</a:t>
            </a:r>
          </a:p>
        </p:txBody>
      </p:sp>
      <p:pic>
        <p:nvPicPr>
          <p:cNvPr id="5" name="Content Placeholder 4">
            <a:extLst>
              <a:ext uri="{FF2B5EF4-FFF2-40B4-BE49-F238E27FC236}">
                <a16:creationId xmlns:a16="http://schemas.microsoft.com/office/drawing/2014/main" id="{A97E6059-DEC1-5A4B-54FD-583C1E8D460D}"/>
              </a:ext>
            </a:extLst>
          </p:cNvPr>
          <p:cNvPicPr>
            <a:picLocks noGrp="1" noChangeAspect="1"/>
          </p:cNvPicPr>
          <p:nvPr>
            <p:ph idx="1"/>
          </p:nvPr>
        </p:nvPicPr>
        <p:blipFill>
          <a:blip r:embed="rId3"/>
          <a:stretch>
            <a:fillRect/>
          </a:stretch>
        </p:blipFill>
        <p:spPr>
          <a:xfrm>
            <a:off x="352895" y="2083506"/>
            <a:ext cx="11242937" cy="4497176"/>
          </a:xfrm>
          <a:prstGeom prst="rect">
            <a:avLst/>
          </a:prstGeom>
        </p:spPr>
      </p:pic>
    </p:spTree>
    <p:extLst>
      <p:ext uri="{BB962C8B-B14F-4D97-AF65-F5344CB8AC3E}">
        <p14:creationId xmlns:p14="http://schemas.microsoft.com/office/powerpoint/2010/main" val="2555481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EA7023-818C-2CAC-9A9F-0CB71CB3A1B1}"/>
              </a:ext>
            </a:extLst>
          </p:cNvPr>
          <p:cNvSpPr>
            <a:spLocks noGrp="1"/>
          </p:cNvSpPr>
          <p:nvPr>
            <p:ph type="title"/>
          </p:nvPr>
        </p:nvSpPr>
        <p:spPr>
          <a:xfrm>
            <a:off x="838200" y="459863"/>
            <a:ext cx="10515600" cy="1004594"/>
          </a:xfrm>
        </p:spPr>
        <p:txBody>
          <a:bodyPr vert="horz" lIns="91440" tIns="45720" rIns="91440" bIns="45720" rtlCol="0" anchor="ctr">
            <a:normAutofit/>
          </a:bodyPr>
          <a:lstStyle/>
          <a:p>
            <a:pPr algn="ctr"/>
            <a:r>
              <a:rPr lang="en-US" kern="1200">
                <a:solidFill>
                  <a:srgbClr val="FFFFFF"/>
                </a:solidFill>
                <a:latin typeface="+mj-lt"/>
                <a:ea typeface="+mj-ea"/>
                <a:cs typeface="+mj-cs"/>
              </a:rPr>
              <a:t>Tools/Technologies</a:t>
            </a:r>
          </a:p>
        </p:txBody>
      </p:sp>
      <p:sp>
        <p:nvSpPr>
          <p:cNvPr id="36" name="Rectangle: Rounded Corners 35">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7" name="Content Placeholder 6">
            <a:extLst>
              <a:ext uri="{FF2B5EF4-FFF2-40B4-BE49-F238E27FC236}">
                <a16:creationId xmlns:a16="http://schemas.microsoft.com/office/drawing/2014/main" id="{4A316CAE-9B48-8275-8117-F58681298739}"/>
              </a:ext>
            </a:extLst>
          </p:cNvPr>
          <p:cNvGraphicFramePr>
            <a:graphicFrameLocks noGrp="1"/>
          </p:cNvGraphicFramePr>
          <p:nvPr>
            <p:ph idx="1"/>
            <p:extLst>
              <p:ext uri="{D42A27DB-BD31-4B8C-83A1-F6EECF244321}">
                <p14:modId xmlns:p14="http://schemas.microsoft.com/office/powerpoint/2010/main" val="1657781404"/>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5366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Computer script on a screen">
            <a:extLst>
              <a:ext uri="{FF2B5EF4-FFF2-40B4-BE49-F238E27FC236}">
                <a16:creationId xmlns:a16="http://schemas.microsoft.com/office/drawing/2014/main" id="{DCEF51EE-DAE7-E4C8-2DDD-61624B25A506}"/>
              </a:ext>
            </a:extLst>
          </p:cNvPr>
          <p:cNvPicPr>
            <a:picLocks noChangeAspect="1"/>
          </p:cNvPicPr>
          <p:nvPr/>
        </p:nvPicPr>
        <p:blipFill>
          <a:blip r:embed="rId3"/>
          <a:srcRect l="3784" r="43557" b="-2"/>
          <a:stretch>
            <a:fillRect/>
          </a:stretch>
        </p:blipFill>
        <p:spPr>
          <a:xfrm>
            <a:off x="-1" y="-2"/>
            <a:ext cx="5410198" cy="6858002"/>
          </a:xfrm>
          <a:prstGeom prst="rect">
            <a:avLst/>
          </a:prstGeom>
        </p:spPr>
      </p:pic>
      <p:sp useBgFill="1">
        <p:nvSpPr>
          <p:cNvPr id="41" name="Rectangle 4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B79B21-3FA4-6923-CE87-ED9D5BA54BD2}"/>
              </a:ext>
            </a:extLst>
          </p:cNvPr>
          <p:cNvSpPr>
            <a:spLocks noGrp="1"/>
          </p:cNvSpPr>
          <p:nvPr>
            <p:ph type="title"/>
          </p:nvPr>
        </p:nvSpPr>
        <p:spPr>
          <a:xfrm>
            <a:off x="6115317" y="405685"/>
            <a:ext cx="5464968" cy="1559301"/>
          </a:xfrm>
        </p:spPr>
        <p:txBody>
          <a:bodyPr vert="horz" lIns="91440" tIns="45720" rIns="91440" bIns="45720" rtlCol="0" anchor="ctr">
            <a:normAutofit/>
          </a:bodyPr>
          <a:lstStyle/>
          <a:p>
            <a:r>
              <a:rPr lang="en-US" sz="4000"/>
              <a:t>Security Features</a:t>
            </a:r>
          </a:p>
        </p:txBody>
      </p:sp>
      <p:sp>
        <p:nvSpPr>
          <p:cNvPr id="42" name="Content Placeholder 2">
            <a:extLst>
              <a:ext uri="{FF2B5EF4-FFF2-40B4-BE49-F238E27FC236}">
                <a16:creationId xmlns:a16="http://schemas.microsoft.com/office/drawing/2014/main" id="{5002177B-25D9-267A-C808-150AAE6ACEAA}"/>
              </a:ext>
            </a:extLst>
          </p:cNvPr>
          <p:cNvSpPr>
            <a:spLocks noGrp="1"/>
          </p:cNvSpPr>
          <p:nvPr>
            <p:ph idx="1"/>
          </p:nvPr>
        </p:nvSpPr>
        <p:spPr>
          <a:xfrm>
            <a:off x="5763718" y="2370671"/>
            <a:ext cx="6428281" cy="4487329"/>
          </a:xfrm>
        </p:spPr>
        <p:txBody>
          <a:bodyPr vert="horz" lIns="91440" tIns="45720" rIns="91440" bIns="45720" rtlCol="0" anchor="ctr">
            <a:noAutofit/>
          </a:bodyPr>
          <a:lstStyle/>
          <a:p>
            <a:r>
              <a:rPr lang="en-US" sz="1800" dirty="0"/>
              <a:t>JWT login, with the role stored in token</a:t>
            </a:r>
          </a:p>
          <a:p>
            <a:r>
              <a:rPr lang="en-US" sz="1800" dirty="0"/>
              <a:t>Rules are enforced in SQL Server</a:t>
            </a:r>
          </a:p>
          <a:p>
            <a:pPr lvl="1"/>
            <a:r>
              <a:rPr lang="en-US" sz="1800" dirty="0"/>
              <a:t>Overdue payments block coverage changes and cancellation</a:t>
            </a:r>
          </a:p>
          <a:p>
            <a:pPr lvl="1"/>
            <a:r>
              <a:rPr lang="en-US" sz="1800" dirty="0"/>
              <a:t>Coverage limited to range’s depending on chosen package</a:t>
            </a:r>
          </a:p>
          <a:p>
            <a:pPr lvl="1"/>
            <a:r>
              <a:rPr lang="en-US" sz="1800" dirty="0"/>
              <a:t>Quotes expire after 30 days and can only be used once</a:t>
            </a:r>
          </a:p>
          <a:p>
            <a:r>
              <a:rPr lang="en-US" sz="1800" dirty="0"/>
              <a:t>Hashed Passwords</a:t>
            </a:r>
          </a:p>
          <a:p>
            <a:r>
              <a:rPr lang="en-US" sz="1800" dirty="0"/>
              <a:t>Admin must re-enter passwords to confirm sensitive actions</a:t>
            </a:r>
          </a:p>
          <a:p>
            <a:r>
              <a:rPr lang="en-US" sz="1800" dirty="0"/>
              <a:t>Login and sensitive actions are rate limited</a:t>
            </a:r>
          </a:p>
          <a:p>
            <a:r>
              <a:rPr lang="en-US" sz="1800" dirty="0"/>
              <a:t>Admin reset password issues one-time password to customer</a:t>
            </a:r>
          </a:p>
        </p:txBody>
      </p:sp>
    </p:spTree>
    <p:extLst>
      <p:ext uri="{BB962C8B-B14F-4D97-AF65-F5344CB8AC3E}">
        <p14:creationId xmlns:p14="http://schemas.microsoft.com/office/powerpoint/2010/main" val="244886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EA4B1-4C41-BE7E-8273-D6CB68797738}"/>
              </a:ext>
            </a:extLst>
          </p:cNvPr>
          <p:cNvSpPr>
            <a:spLocks noGrp="1"/>
          </p:cNvSpPr>
          <p:nvPr>
            <p:ph type="title"/>
          </p:nvPr>
        </p:nvSpPr>
        <p:spPr>
          <a:xfrm>
            <a:off x="8079978" y="741391"/>
            <a:ext cx="3369234" cy="1616203"/>
          </a:xfrm>
        </p:spPr>
        <p:txBody>
          <a:bodyPr vert="horz" lIns="91440" tIns="45720" rIns="91440" bIns="45720" rtlCol="0" anchor="b">
            <a:normAutofit/>
          </a:bodyPr>
          <a:lstStyle/>
          <a:p>
            <a:r>
              <a:rPr lang="en-US" sz="3200" dirty="0"/>
              <a:t>Demo</a:t>
            </a:r>
          </a:p>
        </p:txBody>
      </p:sp>
      <p:pic>
        <p:nvPicPr>
          <p:cNvPr id="25" name="Picture 24">
            <a:extLst>
              <a:ext uri="{FF2B5EF4-FFF2-40B4-BE49-F238E27FC236}">
                <a16:creationId xmlns:a16="http://schemas.microsoft.com/office/drawing/2014/main" id="{E9B37C2A-3194-34BA-4FA7-3535FE612FCC}"/>
              </a:ext>
            </a:extLst>
          </p:cNvPr>
          <p:cNvPicPr>
            <a:picLocks noChangeAspect="1"/>
          </p:cNvPicPr>
          <p:nvPr/>
        </p:nvPicPr>
        <p:blipFill>
          <a:blip r:embed="rId2"/>
          <a:srcRect l="16991" r="11078" b="-1"/>
          <a:stretch>
            <a:fillRect/>
          </a:stretch>
        </p:blipFill>
        <p:spPr>
          <a:xfrm>
            <a:off x="20" y="10"/>
            <a:ext cx="7390243" cy="6857990"/>
          </a:xfrm>
          <a:prstGeom prst="rect">
            <a:avLst/>
          </a:prstGeom>
        </p:spPr>
      </p:pic>
      <p:sp>
        <p:nvSpPr>
          <p:cNvPr id="29" name="Rectangle 28">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3" name="Rectangle 32">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3" name="TextBox 22">
            <a:extLst>
              <a:ext uri="{FF2B5EF4-FFF2-40B4-BE49-F238E27FC236}">
                <a16:creationId xmlns:a16="http://schemas.microsoft.com/office/drawing/2014/main" id="{E7DE4F8F-9963-2EB1-1122-EE59CDCEAC8D}"/>
              </a:ext>
            </a:extLst>
          </p:cNvPr>
          <p:cNvSpPr txBox="1"/>
          <p:nvPr/>
        </p:nvSpPr>
        <p:spPr>
          <a:xfrm>
            <a:off x="8079978" y="2533476"/>
            <a:ext cx="3369234" cy="344783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400" dirty="0">
                <a:hlinkClick r:id="rId3"/>
              </a:rPr>
              <a:t>https://purple-ground-0651bcf1e.6.azurestaticapps.net</a:t>
            </a:r>
            <a:endParaRPr lang="en-US" sz="2400" dirty="0"/>
          </a:p>
          <a:p>
            <a:pPr indent="-228600">
              <a:lnSpc>
                <a:spcPct val="90000"/>
              </a:lnSpc>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110086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54C590-E8A8-482C-8E09-CC5E61AC2AF5}"/>
              </a:ext>
            </a:extLst>
          </p:cNvPr>
          <p:cNvSpPr>
            <a:spLocks noGrp="1"/>
          </p:cNvSpPr>
          <p:nvPr>
            <p:ph type="title"/>
          </p:nvPr>
        </p:nvSpPr>
        <p:spPr>
          <a:xfrm>
            <a:off x="586478" y="1683756"/>
            <a:ext cx="3115265" cy="2396359"/>
          </a:xfrm>
        </p:spPr>
        <p:txBody>
          <a:bodyPr vert="horz" lIns="91440" tIns="45720" rIns="91440" bIns="45720" rtlCol="0" anchor="b">
            <a:normAutofit/>
          </a:bodyPr>
          <a:lstStyle/>
          <a:p>
            <a:pPr algn="r"/>
            <a:r>
              <a:rPr lang="en-US" sz="4000" kern="1200">
                <a:solidFill>
                  <a:srgbClr val="FFFFFF"/>
                </a:solidFill>
                <a:latin typeface="+mj-lt"/>
                <a:ea typeface="+mj-ea"/>
                <a:cs typeface="+mj-cs"/>
              </a:rPr>
              <a:t>Challenges and Lessons</a:t>
            </a:r>
          </a:p>
        </p:txBody>
      </p:sp>
      <p:graphicFrame>
        <p:nvGraphicFramePr>
          <p:cNvPr id="37" name="Content Placeholder 2">
            <a:extLst>
              <a:ext uri="{FF2B5EF4-FFF2-40B4-BE49-F238E27FC236}">
                <a16:creationId xmlns:a16="http://schemas.microsoft.com/office/drawing/2014/main" id="{899B12B8-6C23-8C22-D56D-77955B390EE0}"/>
              </a:ext>
            </a:extLst>
          </p:cNvPr>
          <p:cNvGraphicFramePr>
            <a:graphicFrameLocks noGrp="1"/>
          </p:cNvGraphicFramePr>
          <p:nvPr>
            <p:ph idx="1"/>
            <p:extLst>
              <p:ext uri="{D42A27DB-BD31-4B8C-83A1-F6EECF244321}">
                <p14:modId xmlns:p14="http://schemas.microsoft.com/office/powerpoint/2010/main" val="3816520414"/>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43523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04C95F-D06A-1532-57E4-5D60A58379C3}"/>
              </a:ext>
            </a:extLst>
          </p:cNvPr>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Future Enhancements</a:t>
            </a:r>
          </a:p>
        </p:txBody>
      </p:sp>
      <p:graphicFrame>
        <p:nvGraphicFramePr>
          <p:cNvPr id="12" name="Content Placeholder 2">
            <a:extLst>
              <a:ext uri="{FF2B5EF4-FFF2-40B4-BE49-F238E27FC236}">
                <a16:creationId xmlns:a16="http://schemas.microsoft.com/office/drawing/2014/main" id="{10F8DE16-5C9C-17DC-E5B7-9E11573689D2}"/>
              </a:ext>
            </a:extLst>
          </p:cNvPr>
          <p:cNvGraphicFramePr>
            <a:graphicFrameLocks noGrp="1"/>
          </p:cNvGraphicFramePr>
          <p:nvPr>
            <p:ph idx="1"/>
            <p:extLst>
              <p:ext uri="{D42A27DB-BD31-4B8C-83A1-F6EECF244321}">
                <p14:modId xmlns:p14="http://schemas.microsoft.com/office/powerpoint/2010/main" val="355567399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8855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3B79B23-5346-8CC9-E856-2CD4F7B50D60}"/>
              </a:ext>
            </a:extLst>
          </p:cNvPr>
          <p:cNvSpPr>
            <a:spLocks noGrp="1"/>
          </p:cNvSpPr>
          <p:nvPr>
            <p:ph type="title"/>
          </p:nvPr>
        </p:nvSpPr>
        <p:spPr>
          <a:xfrm>
            <a:off x="2555631" y="1441938"/>
            <a:ext cx="7080738" cy="3974124"/>
          </a:xfrm>
        </p:spPr>
        <p:txBody>
          <a:bodyPr vert="horz" lIns="91440" tIns="45720" rIns="91440" bIns="45720" rtlCol="0" anchor="ctr">
            <a:normAutofit/>
          </a:bodyPr>
          <a:lstStyle/>
          <a:p>
            <a:pPr algn="ctr"/>
            <a:r>
              <a:rPr lang="en-US" sz="5400" dirty="0">
                <a:solidFill>
                  <a:schemeClr val="bg1">
                    <a:lumMod val="95000"/>
                    <a:lumOff val="5000"/>
                  </a:schemeClr>
                </a:solidFill>
              </a:rPr>
              <a:t>THANK YOU! Questions?</a:t>
            </a:r>
          </a:p>
        </p:txBody>
      </p:sp>
    </p:spTree>
    <p:extLst>
      <p:ext uri="{BB962C8B-B14F-4D97-AF65-F5344CB8AC3E}">
        <p14:creationId xmlns:p14="http://schemas.microsoft.com/office/powerpoint/2010/main" val="3993667201"/>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318</TotalTime>
  <Words>1811</Words>
  <Application>Microsoft Office PowerPoint</Application>
  <PresentationFormat>Widescreen</PresentationFormat>
  <Paragraphs>101</Paragraphs>
  <Slides>10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Calibri</vt:lpstr>
      <vt:lpstr>Office Theme</vt:lpstr>
      <vt:lpstr>Project 2  - DucklingInsurance</vt:lpstr>
      <vt:lpstr>Project Description – DucklingInsurance</vt:lpstr>
      <vt:lpstr>Approach</vt:lpstr>
      <vt:lpstr>Project Architecture</vt:lpstr>
      <vt:lpstr>Tools/Technologies</vt:lpstr>
      <vt:lpstr>Security Features</vt:lpstr>
      <vt:lpstr>Demo</vt:lpstr>
      <vt:lpstr>Challenges and Lessons</vt:lpstr>
      <vt:lpstr>Future Enhancements</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Khalon Rodney</dc:creator>
  <cp:lastModifiedBy>Khalon Rodney</cp:lastModifiedBy>
  <cp:revision>1</cp:revision>
  <dcterms:created xsi:type="dcterms:W3CDTF">2026-10-23T14:06:10Z</dcterms:created>
  <dcterms:modified xsi:type="dcterms:W3CDTF">2026-10-23T19:24:18Z</dcterms:modified>
</cp:coreProperties>
</file>