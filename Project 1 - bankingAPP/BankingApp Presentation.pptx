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CACCFA-BF28-407F-9FAD-12DF83090C10}" v="31" dt="2026-09-25T03:14:57.2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25" autoAdjust="0"/>
    <p:restoredTop sz="94660"/>
  </p:normalViewPr>
  <p:slideViewPr>
    <p:cSldViewPr snapToGrid="0">
      <p:cViewPr varScale="1">
        <p:scale>
          <a:sx n="90" d="100"/>
          <a:sy n="90" d="100"/>
        </p:scale>
        <p:origin x="64" y="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alon Rodney" userId="4f27803adad79339" providerId="LiveId" clId="{A02A73CA-AD03-4032-B1B6-1CECF09FFE76}"/>
    <pc:docChg chg="undo custSel addSld modSld">
      <pc:chgData name="Khalon Rodney" userId="4f27803adad79339" providerId="LiveId" clId="{A02A73CA-AD03-4032-B1B6-1CECF09FFE76}" dt="2026-09-25T03:15:13.700" v="1785" actId="20577"/>
      <pc:docMkLst>
        <pc:docMk/>
      </pc:docMkLst>
      <pc:sldChg chg="modSp">
        <pc:chgData name="Khalon Rodney" userId="4f27803adad79339" providerId="LiveId" clId="{A02A73CA-AD03-4032-B1B6-1CECF09FFE76}" dt="2026-09-25T03:14:57.238" v="1765" actId="20577"/>
        <pc:sldMkLst>
          <pc:docMk/>
          <pc:sldMk cId="276192844" sldId="256"/>
        </pc:sldMkLst>
        <pc:spChg chg="mod">
          <ac:chgData name="Khalon Rodney" userId="4f27803adad79339" providerId="LiveId" clId="{A02A73CA-AD03-4032-B1B6-1CECF09FFE76}" dt="2026-09-25T03:14:57.238" v="1765" actId="20577"/>
          <ac:spMkLst>
            <pc:docMk/>
            <pc:sldMk cId="276192844" sldId="256"/>
            <ac:spMk id="2" creationId="{6020781B-E6B8-ECD9-66E9-0DA0096B6949}"/>
          </ac:spMkLst>
        </pc:spChg>
      </pc:sldChg>
      <pc:sldChg chg="addSp delSp modSp mod setBg">
        <pc:chgData name="Khalon Rodney" userId="4f27803adad79339" providerId="LiveId" clId="{A02A73CA-AD03-4032-B1B6-1CECF09FFE76}" dt="2026-09-25T03:15:13.700" v="1785" actId="20577"/>
        <pc:sldMkLst>
          <pc:docMk/>
          <pc:sldMk cId="1931892355" sldId="257"/>
        </pc:sldMkLst>
        <pc:spChg chg="mod">
          <ac:chgData name="Khalon Rodney" userId="4f27803adad79339" providerId="LiveId" clId="{A02A73CA-AD03-4032-B1B6-1CECF09FFE76}" dt="2026-09-25T03:14:25.906" v="1743" actId="26606"/>
          <ac:spMkLst>
            <pc:docMk/>
            <pc:sldMk cId="1931892355" sldId="257"/>
            <ac:spMk id="2" creationId="{3F1B8872-421E-808B-7C4D-E1701F257102}"/>
          </ac:spMkLst>
        </pc:spChg>
        <pc:spChg chg="mod">
          <ac:chgData name="Khalon Rodney" userId="4f27803adad79339" providerId="LiveId" clId="{A02A73CA-AD03-4032-B1B6-1CECF09FFE76}" dt="2026-09-25T03:15:13.700" v="1785" actId="20577"/>
          <ac:spMkLst>
            <pc:docMk/>
            <pc:sldMk cId="1931892355" sldId="257"/>
            <ac:spMk id="3" creationId="{8DA854A6-D0B4-95FD-98C6-9CE8CE1E8DA7}"/>
          </ac:spMkLst>
        </pc:spChg>
        <pc:spChg chg="add del">
          <ac:chgData name="Khalon Rodney" userId="4f27803adad79339" providerId="LiveId" clId="{A02A73CA-AD03-4032-B1B6-1CECF09FFE76}" dt="2026-09-25T03:14:25.906" v="1743" actId="26606"/>
          <ac:spMkLst>
            <pc:docMk/>
            <pc:sldMk cId="1931892355" sldId="257"/>
            <ac:spMk id="35" creationId="{743AA782-23D1-4521-8CAD-47662984AA08}"/>
          </ac:spMkLst>
        </pc:spChg>
        <pc:spChg chg="add del">
          <ac:chgData name="Khalon Rodney" userId="4f27803adad79339" providerId="LiveId" clId="{A02A73CA-AD03-4032-B1B6-1CECF09FFE76}" dt="2026-09-25T03:14:25.906" v="1743" actId="26606"/>
          <ac:spMkLst>
            <pc:docMk/>
            <pc:sldMk cId="1931892355" sldId="257"/>
            <ac:spMk id="36" creationId="{650D18FE-0824-4A46-B22C-A86B52E5780A}"/>
          </ac:spMkLst>
        </pc:spChg>
        <pc:spChg chg="add">
          <ac:chgData name="Khalon Rodney" userId="4f27803adad79339" providerId="LiveId" clId="{A02A73CA-AD03-4032-B1B6-1CECF09FFE76}" dt="2026-09-25T03:14:25.906" v="1743" actId="26606"/>
          <ac:spMkLst>
            <pc:docMk/>
            <pc:sldMk cId="1931892355" sldId="257"/>
            <ac:spMk id="42" creationId="{3ECBE1F1-D69B-4AFA-ABD5-8E41720EF6DE}"/>
          </ac:spMkLst>
        </pc:spChg>
        <pc:spChg chg="add">
          <ac:chgData name="Khalon Rodney" userId="4f27803adad79339" providerId="LiveId" clId="{A02A73CA-AD03-4032-B1B6-1CECF09FFE76}" dt="2026-09-25T03:14:25.906" v="1743" actId="26606"/>
          <ac:spMkLst>
            <pc:docMk/>
            <pc:sldMk cId="1931892355" sldId="257"/>
            <ac:spMk id="44" creationId="{603A6265-E10C-4B85-9C20-E75FCAF9CC63}"/>
          </ac:spMkLst>
        </pc:spChg>
        <pc:picChg chg="add del mod">
          <ac:chgData name="Khalon Rodney" userId="4f27803adad79339" providerId="LiveId" clId="{A02A73CA-AD03-4032-B1B6-1CECF09FFE76}" dt="2026-09-25T03:14:17.021" v="1742" actId="478"/>
          <ac:picMkLst>
            <pc:docMk/>
            <pc:sldMk cId="1931892355" sldId="257"/>
            <ac:picMk id="5" creationId="{F7A51163-A173-4C99-0C76-B8371B95C557}"/>
          </ac:picMkLst>
        </pc:picChg>
        <pc:picChg chg="add">
          <ac:chgData name="Khalon Rodney" userId="4f27803adad79339" providerId="LiveId" clId="{A02A73CA-AD03-4032-B1B6-1CECF09FFE76}" dt="2026-09-25T03:14:25.906" v="1743" actId="26606"/>
          <ac:picMkLst>
            <pc:docMk/>
            <pc:sldMk cId="1931892355" sldId="257"/>
            <ac:picMk id="38" creationId="{5956CE63-1356-CA76-FFC1-ED6EF1E5F211}"/>
          </ac:picMkLst>
        </pc:picChg>
      </pc:sldChg>
      <pc:sldChg chg="addSp delSp modSp new mod setBg">
        <pc:chgData name="Khalon Rodney" userId="4f27803adad79339" providerId="LiveId" clId="{A02A73CA-AD03-4032-B1B6-1CECF09FFE76}" dt="2026-09-24T03:52:45.038" v="1378" actId="20577"/>
        <pc:sldMkLst>
          <pc:docMk/>
          <pc:sldMk cId="3045628465" sldId="258"/>
        </pc:sldMkLst>
        <pc:spChg chg="mod">
          <ac:chgData name="Khalon Rodney" userId="4f27803adad79339" providerId="LiveId" clId="{A02A73CA-AD03-4032-B1B6-1CECF09FFE76}" dt="2026-09-24T03:51:03.932" v="1267" actId="26606"/>
          <ac:spMkLst>
            <pc:docMk/>
            <pc:sldMk cId="3045628465" sldId="258"/>
            <ac:spMk id="2" creationId="{CAEE45EC-6E99-9CC4-D95E-2C0BCF32FD04}"/>
          </ac:spMkLst>
        </pc:spChg>
        <pc:spChg chg="add del mod">
          <ac:chgData name="Khalon Rodney" userId="4f27803adad79339" providerId="LiveId" clId="{A02A73CA-AD03-4032-B1B6-1CECF09FFE76}" dt="2026-09-24T03:51:03.932" v="1267" actId="26606"/>
          <ac:spMkLst>
            <pc:docMk/>
            <pc:sldMk cId="3045628465" sldId="258"/>
            <ac:spMk id="3" creationId="{8CDF614C-F6A3-FAD4-2136-A8A923920797}"/>
          </ac:spMkLst>
        </pc:spChg>
        <pc:spChg chg="add">
          <ac:chgData name="Khalon Rodney" userId="4f27803adad79339" providerId="LiveId" clId="{A02A73CA-AD03-4032-B1B6-1CECF09FFE76}" dt="2026-09-24T03:51:03.932" v="1267" actId="26606"/>
          <ac:spMkLst>
            <pc:docMk/>
            <pc:sldMk cId="3045628465" sldId="258"/>
            <ac:spMk id="10" creationId="{B50AB553-2A96-4A92-96F2-93548E096954}"/>
          </ac:spMkLst>
        </pc:spChg>
        <pc:graphicFrameChg chg="add modGraphic">
          <ac:chgData name="Khalon Rodney" userId="4f27803adad79339" providerId="LiveId" clId="{A02A73CA-AD03-4032-B1B6-1CECF09FFE76}" dt="2026-09-24T03:52:45.038" v="1378" actId="20577"/>
          <ac:graphicFrameMkLst>
            <pc:docMk/>
            <pc:sldMk cId="3045628465" sldId="258"/>
            <ac:graphicFrameMk id="5" creationId="{5765C5E3-DB2A-5E81-DD64-919B4C54207A}"/>
          </ac:graphicFrameMkLst>
        </pc:graphicFrameChg>
        <pc:picChg chg="add">
          <ac:chgData name="Khalon Rodney" userId="4f27803adad79339" providerId="LiveId" clId="{A02A73CA-AD03-4032-B1B6-1CECF09FFE76}" dt="2026-09-24T03:51:03.932" v="1267" actId="26606"/>
          <ac:picMkLst>
            <pc:docMk/>
            <pc:sldMk cId="3045628465" sldId="258"/>
            <ac:picMk id="6" creationId="{7C1C0A64-DB79-A1EF-8B2A-E6A778787196}"/>
          </ac:picMkLst>
        </pc:picChg>
      </pc:sldChg>
      <pc:sldChg chg="addSp delSp modSp new mod setBg">
        <pc:chgData name="Khalon Rodney" userId="4f27803adad79339" providerId="LiveId" clId="{A02A73CA-AD03-4032-B1B6-1CECF09FFE76}" dt="2026-09-24T04:21:11.208" v="1741" actId="20577"/>
        <pc:sldMkLst>
          <pc:docMk/>
          <pc:sldMk cId="97526211" sldId="259"/>
        </pc:sldMkLst>
        <pc:spChg chg="mo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2" creationId="{FB053E97-979B-85DC-5558-426DA89565F2}"/>
          </ac:spMkLst>
        </pc:spChg>
        <pc:spChg chg="add del mo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3" creationId="{4E254861-58E2-D483-D288-1874C8B813C5}"/>
          </ac:spMkLst>
        </pc:spChg>
        <pc:spChg chg="ad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9" creationId="{35DB3719-6FDC-4E5D-891D-FF40B7300F64}"/>
          </ac:spMkLst>
        </pc:spChg>
        <pc:spChg chg="add">
          <ac:chgData name="Khalon Rodney" userId="4f27803adad79339" providerId="LiveId" clId="{A02A73CA-AD03-4032-B1B6-1CECF09FFE76}" dt="2026-09-24T04:00:29.452" v="1452" actId="26606"/>
          <ac:spMkLst>
            <pc:docMk/>
            <pc:sldMk cId="97526211" sldId="259"/>
            <ac:spMk id="11" creationId="{E0CBAC23-2E3F-4A90-BA59-F8299F6A5439}"/>
          </ac:spMkLst>
        </pc:spChg>
        <pc:graphicFrameChg chg="add mod modGraphic">
          <ac:chgData name="Khalon Rodney" userId="4f27803adad79339" providerId="LiveId" clId="{A02A73CA-AD03-4032-B1B6-1CECF09FFE76}" dt="2026-09-24T04:21:11.208" v="1741" actId="20577"/>
          <ac:graphicFrameMkLst>
            <pc:docMk/>
            <pc:sldMk cId="97526211" sldId="259"/>
            <ac:graphicFrameMk id="5" creationId="{A55F926A-368B-252F-646A-EB5F0EE19633}"/>
          </ac:graphicFrameMkLst>
        </pc:graphicFrameChg>
      </pc:sldChg>
      <pc:sldChg chg="modSp new mod">
        <pc:chgData name="Khalon Rodney" userId="4f27803adad79339" providerId="LiveId" clId="{A02A73CA-AD03-4032-B1B6-1CECF09FFE76}" dt="2026-09-23T23:48:49.804" v="423" actId="14100"/>
        <pc:sldMkLst>
          <pc:docMk/>
          <pc:sldMk cId="2021495692" sldId="260"/>
        </pc:sldMkLst>
        <pc:spChg chg="mod">
          <ac:chgData name="Khalon Rodney" userId="4f27803adad79339" providerId="LiveId" clId="{A02A73CA-AD03-4032-B1B6-1CECF09FFE76}" dt="2026-09-23T23:48:49.804" v="423" actId="14100"/>
          <ac:spMkLst>
            <pc:docMk/>
            <pc:sldMk cId="2021495692" sldId="260"/>
            <ac:spMk id="2" creationId="{34366116-E25E-23C3-344E-884EFB36275A}"/>
          </ac:spMkLst>
        </pc:spChg>
      </pc:sldChg>
      <pc:sldChg chg="modSp new mod">
        <pc:chgData name="Khalon Rodney" userId="4f27803adad79339" providerId="LiveId" clId="{A02A73CA-AD03-4032-B1B6-1CECF09FFE76}" dt="2026-09-23T23:49:22.481" v="449" actId="20577"/>
        <pc:sldMkLst>
          <pc:docMk/>
          <pc:sldMk cId="1753815046" sldId="261"/>
        </pc:sldMkLst>
        <pc:spChg chg="mod">
          <ac:chgData name="Khalon Rodney" userId="4f27803adad79339" providerId="LiveId" clId="{A02A73CA-AD03-4032-B1B6-1CECF09FFE76}" dt="2026-09-23T23:49:22.481" v="449" actId="20577"/>
          <ac:spMkLst>
            <pc:docMk/>
            <pc:sldMk cId="1753815046" sldId="261"/>
            <ac:spMk id="2" creationId="{50C9E4E6-D47C-7FCA-91D4-2A741E916FC2}"/>
          </ac:spMkLst>
        </pc:spChg>
      </pc:sldChg>
      <pc:sldChg chg="modSp new mod">
        <pc:chgData name="Khalon Rodney" userId="4f27803adad79339" providerId="LiveId" clId="{A02A73CA-AD03-4032-B1B6-1CECF09FFE76}" dt="2026-09-23T23:50:02.028" v="456" actId="20577"/>
        <pc:sldMkLst>
          <pc:docMk/>
          <pc:sldMk cId="3748404451" sldId="262"/>
        </pc:sldMkLst>
        <pc:spChg chg="mod">
          <ac:chgData name="Khalon Rodney" userId="4f27803adad79339" providerId="LiveId" clId="{A02A73CA-AD03-4032-B1B6-1CECF09FFE76}" dt="2026-09-23T23:50:02.028" v="456" actId="20577"/>
          <ac:spMkLst>
            <pc:docMk/>
            <pc:sldMk cId="3748404451" sldId="262"/>
            <ac:spMk id="2" creationId="{EDFAB18E-E7C6-CA4D-EEBC-D22C3019EFAA}"/>
          </ac:spMkLst>
        </pc:spChg>
      </pc:sldChg>
      <pc:sldChg chg="modSp new mod">
        <pc:chgData name="Khalon Rodney" userId="4f27803adad79339" providerId="LiveId" clId="{A02A73CA-AD03-4032-B1B6-1CECF09FFE76}" dt="2026-09-23T23:50:28.861" v="499" actId="20577"/>
        <pc:sldMkLst>
          <pc:docMk/>
          <pc:sldMk cId="3677145116" sldId="263"/>
        </pc:sldMkLst>
        <pc:spChg chg="mod">
          <ac:chgData name="Khalon Rodney" userId="4f27803adad79339" providerId="LiveId" clId="{A02A73CA-AD03-4032-B1B6-1CECF09FFE76}" dt="2026-09-23T23:50:28.861" v="499" actId="20577"/>
          <ac:spMkLst>
            <pc:docMk/>
            <pc:sldMk cId="3677145116" sldId="263"/>
            <ac:spMk id="2" creationId="{43B43777-9D13-FBFB-16EF-ECDD1C6B59BC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7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13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4AF01A-A1AE-448B-8862-E34CD0FF24C4}" type="doc">
      <dgm:prSet loTypeId="urn:microsoft.com/office/officeart/2005/8/layout/vList5" loCatId="list" qsTypeId="urn:microsoft.com/office/officeart/2005/8/quickstyle/simple1#19" qsCatId="simple" csTypeId="urn:microsoft.com/office/officeart/2005/8/colors/colorful1#7" csCatId="colorful" phldr="1"/>
      <dgm:spPr/>
      <dgm:t>
        <a:bodyPr/>
        <a:lstStyle/>
        <a:p>
          <a:endParaRPr lang="en-US"/>
        </a:p>
      </dgm:t>
    </dgm:pt>
    <dgm:pt modelId="{7B65F549-C7FB-4A7B-929C-B58A0DAC938F}">
      <dgm:prSet/>
      <dgm:spPr/>
      <dgm:t>
        <a:bodyPr/>
        <a:lstStyle/>
        <a:p>
          <a:r>
            <a:rPr lang="en-US" b="1"/>
            <a:t>Centralizes accounts and records in DB</a:t>
          </a:r>
          <a:endParaRPr lang="en-US"/>
        </a:p>
      </dgm:t>
    </dgm:pt>
    <dgm:pt modelId="{D9A704F8-8E4C-4476-A0C3-02C0928D81DC}" type="parTrans" cxnId="{09168512-73EA-4C1E-B785-23F1F87D5AF6}">
      <dgm:prSet/>
      <dgm:spPr/>
      <dgm:t>
        <a:bodyPr/>
        <a:lstStyle/>
        <a:p>
          <a:endParaRPr lang="en-US"/>
        </a:p>
      </dgm:t>
    </dgm:pt>
    <dgm:pt modelId="{7C89D035-37F4-4C4F-AF32-CB00F4572064}" type="sibTrans" cxnId="{09168512-73EA-4C1E-B785-23F1F87D5AF6}">
      <dgm:prSet/>
      <dgm:spPr/>
      <dgm:t>
        <a:bodyPr/>
        <a:lstStyle/>
        <a:p>
          <a:endParaRPr lang="en-US"/>
        </a:p>
      </dgm:t>
    </dgm:pt>
    <dgm:pt modelId="{1EE3DF4E-9054-4301-9B51-5E061CBFD3DB}">
      <dgm:prSet/>
      <dgm:spPr/>
      <dgm:t>
        <a:bodyPr/>
        <a:lstStyle/>
        <a:p>
          <a:r>
            <a:rPr lang="en-US"/>
            <a:t>All bank data is stored in one relational database </a:t>
          </a:r>
        </a:p>
      </dgm:t>
    </dgm:pt>
    <dgm:pt modelId="{6AE394CD-0092-457F-9152-0381A7FBE894}" type="parTrans" cxnId="{FEDE406B-E3DE-4478-9D68-AAF4A9EB564C}">
      <dgm:prSet/>
      <dgm:spPr/>
      <dgm:t>
        <a:bodyPr/>
        <a:lstStyle/>
        <a:p>
          <a:endParaRPr lang="en-US"/>
        </a:p>
      </dgm:t>
    </dgm:pt>
    <dgm:pt modelId="{1A6DFA0E-BBE3-4B60-AF12-7B0E3583037A}" type="sibTrans" cxnId="{FEDE406B-E3DE-4478-9D68-AAF4A9EB564C}">
      <dgm:prSet/>
      <dgm:spPr/>
      <dgm:t>
        <a:bodyPr/>
        <a:lstStyle/>
        <a:p>
          <a:endParaRPr lang="en-US"/>
        </a:p>
      </dgm:t>
    </dgm:pt>
    <dgm:pt modelId="{D80A2ADA-5AC6-47F3-9313-2D7E1D590D27}">
      <dgm:prSet/>
      <dgm:spPr/>
      <dgm:t>
        <a:bodyPr/>
        <a:lstStyle/>
        <a:p>
          <a:r>
            <a:rPr lang="en-US" b="1"/>
            <a:t>Reduces manual bank account management</a:t>
          </a:r>
          <a:endParaRPr lang="en-US"/>
        </a:p>
      </dgm:t>
    </dgm:pt>
    <dgm:pt modelId="{B2097D9B-9898-4D3B-A580-0AC530FF9082}" type="parTrans" cxnId="{229AAA21-65F1-4C8B-8620-343E2FEE1798}">
      <dgm:prSet/>
      <dgm:spPr/>
      <dgm:t>
        <a:bodyPr/>
        <a:lstStyle/>
        <a:p>
          <a:endParaRPr lang="en-US"/>
        </a:p>
      </dgm:t>
    </dgm:pt>
    <dgm:pt modelId="{FE9D84F1-B44F-4EB5-96B9-39D2EAEFA53F}" type="sibTrans" cxnId="{229AAA21-65F1-4C8B-8620-343E2FEE1798}">
      <dgm:prSet/>
      <dgm:spPr/>
      <dgm:t>
        <a:bodyPr/>
        <a:lstStyle/>
        <a:p>
          <a:endParaRPr lang="en-US"/>
        </a:p>
      </dgm:t>
    </dgm:pt>
    <dgm:pt modelId="{D7D3653F-A438-4F81-9CA0-589126823204}">
      <dgm:prSet/>
      <dgm:spPr/>
      <dgm:t>
        <a:bodyPr/>
        <a:lstStyle/>
        <a:p>
          <a:r>
            <a:rPr lang="en-US"/>
            <a:t>Automates common bank operations like deposits, withdrawal, transfers and account updates</a:t>
          </a:r>
        </a:p>
      </dgm:t>
    </dgm:pt>
    <dgm:pt modelId="{92693421-81F9-49FD-87A9-FA97A2FCF8BB}" type="parTrans" cxnId="{E8797BA6-F284-4E1C-8C83-D9A56A182285}">
      <dgm:prSet/>
      <dgm:spPr/>
      <dgm:t>
        <a:bodyPr/>
        <a:lstStyle/>
        <a:p>
          <a:endParaRPr lang="en-US"/>
        </a:p>
      </dgm:t>
    </dgm:pt>
    <dgm:pt modelId="{3CF8EB23-3D1F-44D4-BA6F-4549F727B62E}" type="sibTrans" cxnId="{E8797BA6-F284-4E1C-8C83-D9A56A182285}">
      <dgm:prSet/>
      <dgm:spPr/>
      <dgm:t>
        <a:bodyPr/>
        <a:lstStyle/>
        <a:p>
          <a:endParaRPr lang="en-US"/>
        </a:p>
      </dgm:t>
    </dgm:pt>
    <dgm:pt modelId="{67250379-048F-4854-9FA2-4B273B6D0CBF}">
      <dgm:prSet/>
      <dgm:spPr/>
      <dgm:t>
        <a:bodyPr/>
        <a:lstStyle/>
        <a:p>
          <a:r>
            <a:rPr lang="en-US" b="1"/>
            <a:t>Transaction visibility</a:t>
          </a:r>
          <a:endParaRPr lang="en-US"/>
        </a:p>
      </dgm:t>
    </dgm:pt>
    <dgm:pt modelId="{4D499C9E-CFCC-4F80-9E6D-2823283F9A75}" type="parTrans" cxnId="{934BCD0D-E5C6-461B-95CB-BEA5DD836BCD}">
      <dgm:prSet/>
      <dgm:spPr/>
      <dgm:t>
        <a:bodyPr/>
        <a:lstStyle/>
        <a:p>
          <a:endParaRPr lang="en-US"/>
        </a:p>
      </dgm:t>
    </dgm:pt>
    <dgm:pt modelId="{7755B455-AE8B-4F3B-AE62-3B714E4547A2}" type="sibTrans" cxnId="{934BCD0D-E5C6-461B-95CB-BEA5DD836BCD}">
      <dgm:prSet/>
      <dgm:spPr/>
      <dgm:t>
        <a:bodyPr/>
        <a:lstStyle/>
        <a:p>
          <a:endParaRPr lang="en-US"/>
        </a:p>
      </dgm:t>
    </dgm:pt>
    <dgm:pt modelId="{1E9183FD-F8A9-4ACB-93F5-6922A56FD7A2}">
      <dgm:prSet/>
      <dgm:spPr/>
      <dgm:t>
        <a:bodyPr/>
        <a:lstStyle/>
        <a:p>
          <a:r>
            <a:rPr lang="en-US"/>
            <a:t>Deposits, withdrawals and transfers are recorded and logged, so customers can review recent activity</a:t>
          </a:r>
        </a:p>
      </dgm:t>
    </dgm:pt>
    <dgm:pt modelId="{C2975A4C-256D-41BA-8BB8-461028B163F1}" type="parTrans" cxnId="{885E5E0F-2086-4461-9243-12F1E3304CC0}">
      <dgm:prSet/>
      <dgm:spPr/>
      <dgm:t>
        <a:bodyPr/>
        <a:lstStyle/>
        <a:p>
          <a:endParaRPr lang="en-US"/>
        </a:p>
      </dgm:t>
    </dgm:pt>
    <dgm:pt modelId="{0F270F20-0FED-4FCF-8CB4-18CF2CAF4E22}" type="sibTrans" cxnId="{885E5E0F-2086-4461-9243-12F1E3304CC0}">
      <dgm:prSet/>
      <dgm:spPr/>
      <dgm:t>
        <a:bodyPr/>
        <a:lstStyle/>
        <a:p>
          <a:endParaRPr lang="en-US"/>
        </a:p>
      </dgm:t>
    </dgm:pt>
    <dgm:pt modelId="{EE310959-F363-4AF1-A709-B2BC4C2B4059}">
      <dgm:prSet/>
      <dgm:spPr/>
      <dgm:t>
        <a:bodyPr/>
        <a:lstStyle/>
        <a:p>
          <a:r>
            <a:rPr lang="en-US" b="1" dirty="0"/>
            <a:t>Separates admin and user responsibilities</a:t>
          </a:r>
          <a:endParaRPr lang="en-US" dirty="0"/>
        </a:p>
      </dgm:t>
    </dgm:pt>
    <dgm:pt modelId="{5EBE29D6-BF3D-4A10-B795-CC2D13945F67}" type="parTrans" cxnId="{99223470-A91E-4537-8F9E-0E662677B6F6}">
      <dgm:prSet/>
      <dgm:spPr/>
      <dgm:t>
        <a:bodyPr/>
        <a:lstStyle/>
        <a:p>
          <a:endParaRPr lang="en-US"/>
        </a:p>
      </dgm:t>
    </dgm:pt>
    <dgm:pt modelId="{82FAF7A8-2B49-43AD-B258-2B63EED46863}" type="sibTrans" cxnId="{99223470-A91E-4537-8F9E-0E662677B6F6}">
      <dgm:prSet/>
      <dgm:spPr/>
      <dgm:t>
        <a:bodyPr/>
        <a:lstStyle/>
        <a:p>
          <a:endParaRPr lang="en-US"/>
        </a:p>
      </dgm:t>
    </dgm:pt>
    <dgm:pt modelId="{0755114B-BF25-4897-9159-A4BD4A09F39E}">
      <dgm:prSet/>
      <dgm:spPr/>
      <dgm:t>
        <a:bodyPr/>
        <a:lstStyle/>
        <a:p>
          <a:r>
            <a:rPr lang="en-US" dirty="0"/>
            <a:t>Provides different functionality for customers and admins based on their roles.</a:t>
          </a:r>
        </a:p>
      </dgm:t>
    </dgm:pt>
    <dgm:pt modelId="{1BF6B71F-760C-4A98-9372-8F015B2421D0}" type="parTrans" cxnId="{7D4F5D00-AA59-4A39-8F15-5ADCF68996BA}">
      <dgm:prSet/>
      <dgm:spPr/>
      <dgm:t>
        <a:bodyPr/>
        <a:lstStyle/>
        <a:p>
          <a:endParaRPr lang="en-US"/>
        </a:p>
      </dgm:t>
    </dgm:pt>
    <dgm:pt modelId="{3EF922A9-C58F-4193-B69D-E2B323498577}" type="sibTrans" cxnId="{7D4F5D00-AA59-4A39-8F15-5ADCF68996BA}">
      <dgm:prSet/>
      <dgm:spPr/>
      <dgm:t>
        <a:bodyPr/>
        <a:lstStyle/>
        <a:p>
          <a:endParaRPr lang="en-US"/>
        </a:p>
      </dgm:t>
    </dgm:pt>
    <dgm:pt modelId="{81371AC0-C9D2-4FBF-887E-E86535C1A390}" type="pres">
      <dgm:prSet presAssocID="{DD4AF01A-A1AE-448B-8862-E34CD0FF24C4}" presName="Name0" presStyleCnt="0">
        <dgm:presLayoutVars>
          <dgm:dir/>
          <dgm:animLvl val="lvl"/>
          <dgm:resizeHandles val="exact"/>
        </dgm:presLayoutVars>
      </dgm:prSet>
      <dgm:spPr/>
    </dgm:pt>
    <dgm:pt modelId="{298FC0A1-9454-425B-B049-96A5EC3D2036}" type="pres">
      <dgm:prSet presAssocID="{7B65F549-C7FB-4A7B-929C-B58A0DAC938F}" presName="linNode" presStyleCnt="0"/>
      <dgm:spPr/>
    </dgm:pt>
    <dgm:pt modelId="{A4374232-6C39-494D-85D0-52C0842FB71E}" type="pres">
      <dgm:prSet presAssocID="{7B65F549-C7FB-4A7B-929C-B58A0DAC938F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787044E6-766D-469C-AC62-4ACDD540B33D}" type="pres">
      <dgm:prSet presAssocID="{7B65F549-C7FB-4A7B-929C-B58A0DAC938F}" presName="descendantText" presStyleLbl="alignAccFollowNode1" presStyleIdx="0" presStyleCnt="4">
        <dgm:presLayoutVars>
          <dgm:bulletEnabled val="1"/>
        </dgm:presLayoutVars>
      </dgm:prSet>
      <dgm:spPr/>
    </dgm:pt>
    <dgm:pt modelId="{23D940DC-FD46-4940-B246-7C067DA83DB3}" type="pres">
      <dgm:prSet presAssocID="{7C89D035-37F4-4C4F-AF32-CB00F4572064}" presName="sp" presStyleCnt="0"/>
      <dgm:spPr/>
    </dgm:pt>
    <dgm:pt modelId="{0EC65A33-8945-4DCE-8027-DA56E3805126}" type="pres">
      <dgm:prSet presAssocID="{D80A2ADA-5AC6-47F3-9313-2D7E1D590D27}" presName="linNode" presStyleCnt="0"/>
      <dgm:spPr/>
    </dgm:pt>
    <dgm:pt modelId="{26804FC6-2CBD-4F7B-8A3F-EF4D0C1EA975}" type="pres">
      <dgm:prSet presAssocID="{D80A2ADA-5AC6-47F3-9313-2D7E1D590D27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614DCF23-F9BB-49F7-A24D-F28743F5201F}" type="pres">
      <dgm:prSet presAssocID="{D80A2ADA-5AC6-47F3-9313-2D7E1D590D27}" presName="descendantText" presStyleLbl="alignAccFollowNode1" presStyleIdx="1" presStyleCnt="4">
        <dgm:presLayoutVars>
          <dgm:bulletEnabled val="1"/>
        </dgm:presLayoutVars>
      </dgm:prSet>
      <dgm:spPr/>
    </dgm:pt>
    <dgm:pt modelId="{3C9BD601-7811-4ADA-9052-D869711582E8}" type="pres">
      <dgm:prSet presAssocID="{FE9D84F1-B44F-4EB5-96B9-39D2EAEFA53F}" presName="sp" presStyleCnt="0"/>
      <dgm:spPr/>
    </dgm:pt>
    <dgm:pt modelId="{F864521E-9934-4B65-8EB8-A02B89AA4CCA}" type="pres">
      <dgm:prSet presAssocID="{67250379-048F-4854-9FA2-4B273B6D0CBF}" presName="linNode" presStyleCnt="0"/>
      <dgm:spPr/>
    </dgm:pt>
    <dgm:pt modelId="{685D7C06-36C7-4694-84B9-A0A65DAD2922}" type="pres">
      <dgm:prSet presAssocID="{67250379-048F-4854-9FA2-4B273B6D0CB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0874DE05-D038-42E8-9167-20C7C65DC893}" type="pres">
      <dgm:prSet presAssocID="{67250379-048F-4854-9FA2-4B273B6D0CBF}" presName="descendantText" presStyleLbl="alignAccFollowNode1" presStyleIdx="2" presStyleCnt="4">
        <dgm:presLayoutVars>
          <dgm:bulletEnabled val="1"/>
        </dgm:presLayoutVars>
      </dgm:prSet>
      <dgm:spPr/>
    </dgm:pt>
    <dgm:pt modelId="{DCB088D0-1643-4C04-AF2F-BF5BC18C1D8F}" type="pres">
      <dgm:prSet presAssocID="{7755B455-AE8B-4F3B-AE62-3B714E4547A2}" presName="sp" presStyleCnt="0"/>
      <dgm:spPr/>
    </dgm:pt>
    <dgm:pt modelId="{F8D661C5-7F1D-4360-8B49-680728A7A41C}" type="pres">
      <dgm:prSet presAssocID="{EE310959-F363-4AF1-A709-B2BC4C2B4059}" presName="linNode" presStyleCnt="0"/>
      <dgm:spPr/>
    </dgm:pt>
    <dgm:pt modelId="{5AC12D39-46A5-43CA-862F-3A9068F1EFB9}" type="pres">
      <dgm:prSet presAssocID="{EE310959-F363-4AF1-A709-B2BC4C2B4059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0989ED80-550F-4852-AC3E-84EB263678CF}" type="pres">
      <dgm:prSet presAssocID="{EE310959-F363-4AF1-A709-B2BC4C2B4059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7D4F5D00-AA59-4A39-8F15-5ADCF68996BA}" srcId="{EE310959-F363-4AF1-A709-B2BC4C2B4059}" destId="{0755114B-BF25-4897-9159-A4BD4A09F39E}" srcOrd="0" destOrd="0" parTransId="{1BF6B71F-760C-4A98-9372-8F015B2421D0}" sibTransId="{3EF922A9-C58F-4193-B69D-E2B323498577}"/>
    <dgm:cxn modelId="{64D35506-325B-4A2B-908A-EEC84E7D1668}" type="presOf" srcId="{0755114B-BF25-4897-9159-A4BD4A09F39E}" destId="{0989ED80-550F-4852-AC3E-84EB263678CF}" srcOrd="0" destOrd="0" presId="urn:microsoft.com/office/officeart/2005/8/layout/vList5"/>
    <dgm:cxn modelId="{96860D0A-CF2E-40F7-ADD8-EF0B0D21D774}" type="presOf" srcId="{D80A2ADA-5AC6-47F3-9313-2D7E1D590D27}" destId="{26804FC6-2CBD-4F7B-8A3F-EF4D0C1EA975}" srcOrd="0" destOrd="0" presId="urn:microsoft.com/office/officeart/2005/8/layout/vList5"/>
    <dgm:cxn modelId="{934BCD0D-E5C6-461B-95CB-BEA5DD836BCD}" srcId="{DD4AF01A-A1AE-448B-8862-E34CD0FF24C4}" destId="{67250379-048F-4854-9FA2-4B273B6D0CBF}" srcOrd="2" destOrd="0" parTransId="{4D499C9E-CFCC-4F80-9E6D-2823283F9A75}" sibTransId="{7755B455-AE8B-4F3B-AE62-3B714E4547A2}"/>
    <dgm:cxn modelId="{885E5E0F-2086-4461-9243-12F1E3304CC0}" srcId="{67250379-048F-4854-9FA2-4B273B6D0CBF}" destId="{1E9183FD-F8A9-4ACB-93F5-6922A56FD7A2}" srcOrd="0" destOrd="0" parTransId="{C2975A4C-256D-41BA-8BB8-461028B163F1}" sibTransId="{0F270F20-0FED-4FCF-8CB4-18CF2CAF4E22}"/>
    <dgm:cxn modelId="{09168512-73EA-4C1E-B785-23F1F87D5AF6}" srcId="{DD4AF01A-A1AE-448B-8862-E34CD0FF24C4}" destId="{7B65F549-C7FB-4A7B-929C-B58A0DAC938F}" srcOrd="0" destOrd="0" parTransId="{D9A704F8-8E4C-4476-A0C3-02C0928D81DC}" sibTransId="{7C89D035-37F4-4C4F-AF32-CB00F4572064}"/>
    <dgm:cxn modelId="{229AAA21-65F1-4C8B-8620-343E2FEE1798}" srcId="{DD4AF01A-A1AE-448B-8862-E34CD0FF24C4}" destId="{D80A2ADA-5AC6-47F3-9313-2D7E1D590D27}" srcOrd="1" destOrd="0" parTransId="{B2097D9B-9898-4D3B-A580-0AC530FF9082}" sibTransId="{FE9D84F1-B44F-4EB5-96B9-39D2EAEFA53F}"/>
    <dgm:cxn modelId="{738D8728-953D-4E49-A8BE-AE0218652024}" type="presOf" srcId="{DD4AF01A-A1AE-448B-8862-E34CD0FF24C4}" destId="{81371AC0-C9D2-4FBF-887E-E86535C1A390}" srcOrd="0" destOrd="0" presId="urn:microsoft.com/office/officeart/2005/8/layout/vList5"/>
    <dgm:cxn modelId="{D854315F-F792-479E-B844-AE9AD2CBA0EA}" type="presOf" srcId="{67250379-048F-4854-9FA2-4B273B6D0CBF}" destId="{685D7C06-36C7-4694-84B9-A0A65DAD2922}" srcOrd="0" destOrd="0" presId="urn:microsoft.com/office/officeart/2005/8/layout/vList5"/>
    <dgm:cxn modelId="{FEDE406B-E3DE-4478-9D68-AAF4A9EB564C}" srcId="{7B65F549-C7FB-4A7B-929C-B58A0DAC938F}" destId="{1EE3DF4E-9054-4301-9B51-5E061CBFD3DB}" srcOrd="0" destOrd="0" parTransId="{6AE394CD-0092-457F-9152-0381A7FBE894}" sibTransId="{1A6DFA0E-BBE3-4B60-AF12-7B0E3583037A}"/>
    <dgm:cxn modelId="{99223470-A91E-4537-8F9E-0E662677B6F6}" srcId="{DD4AF01A-A1AE-448B-8862-E34CD0FF24C4}" destId="{EE310959-F363-4AF1-A709-B2BC4C2B4059}" srcOrd="3" destOrd="0" parTransId="{5EBE29D6-BF3D-4A10-B795-CC2D13945F67}" sibTransId="{82FAF7A8-2B49-43AD-B258-2B63EED46863}"/>
    <dgm:cxn modelId="{E8797BA6-F284-4E1C-8C83-D9A56A182285}" srcId="{D80A2ADA-5AC6-47F3-9313-2D7E1D590D27}" destId="{D7D3653F-A438-4F81-9CA0-589126823204}" srcOrd="0" destOrd="0" parTransId="{92693421-81F9-49FD-87A9-FA97A2FCF8BB}" sibTransId="{3CF8EB23-3D1F-44D4-BA6F-4549F727B62E}"/>
    <dgm:cxn modelId="{0A7C2AB2-C297-4F8E-A92B-C268BC4DE536}" type="presOf" srcId="{7B65F549-C7FB-4A7B-929C-B58A0DAC938F}" destId="{A4374232-6C39-494D-85D0-52C0842FB71E}" srcOrd="0" destOrd="0" presId="urn:microsoft.com/office/officeart/2005/8/layout/vList5"/>
    <dgm:cxn modelId="{726BC4BF-63C5-4CBF-9CCC-AD96115798DB}" type="presOf" srcId="{1EE3DF4E-9054-4301-9B51-5E061CBFD3DB}" destId="{787044E6-766D-469C-AC62-4ACDD540B33D}" srcOrd="0" destOrd="0" presId="urn:microsoft.com/office/officeart/2005/8/layout/vList5"/>
    <dgm:cxn modelId="{54DF72D9-9742-4250-B0FB-568A5937B4D8}" type="presOf" srcId="{1E9183FD-F8A9-4ACB-93F5-6922A56FD7A2}" destId="{0874DE05-D038-42E8-9167-20C7C65DC893}" srcOrd="0" destOrd="0" presId="urn:microsoft.com/office/officeart/2005/8/layout/vList5"/>
    <dgm:cxn modelId="{A4D7DDE9-5C7B-4C48-A383-70518410A8D7}" type="presOf" srcId="{EE310959-F363-4AF1-A709-B2BC4C2B4059}" destId="{5AC12D39-46A5-43CA-862F-3A9068F1EFB9}" srcOrd="0" destOrd="0" presId="urn:microsoft.com/office/officeart/2005/8/layout/vList5"/>
    <dgm:cxn modelId="{CD9C70FE-C347-4148-B69C-3C9013005459}" type="presOf" srcId="{D7D3653F-A438-4F81-9CA0-589126823204}" destId="{614DCF23-F9BB-49F7-A24D-F28743F5201F}" srcOrd="0" destOrd="0" presId="urn:microsoft.com/office/officeart/2005/8/layout/vList5"/>
    <dgm:cxn modelId="{D5EC2314-0A4D-4EAF-9B9E-9E32E0A0D487}" type="presParOf" srcId="{81371AC0-C9D2-4FBF-887E-E86535C1A390}" destId="{298FC0A1-9454-425B-B049-96A5EC3D2036}" srcOrd="0" destOrd="0" presId="urn:microsoft.com/office/officeart/2005/8/layout/vList5"/>
    <dgm:cxn modelId="{091919C3-4A1A-4D97-A5D7-907106B4BEB7}" type="presParOf" srcId="{298FC0A1-9454-425B-B049-96A5EC3D2036}" destId="{A4374232-6C39-494D-85D0-52C0842FB71E}" srcOrd="0" destOrd="0" presId="urn:microsoft.com/office/officeart/2005/8/layout/vList5"/>
    <dgm:cxn modelId="{E8822154-93AC-4401-82A2-F077DFE96B1A}" type="presParOf" srcId="{298FC0A1-9454-425B-B049-96A5EC3D2036}" destId="{787044E6-766D-469C-AC62-4ACDD540B33D}" srcOrd="1" destOrd="0" presId="urn:microsoft.com/office/officeart/2005/8/layout/vList5"/>
    <dgm:cxn modelId="{01BFD490-238D-4BEE-ACAE-46898DAEF4AE}" type="presParOf" srcId="{81371AC0-C9D2-4FBF-887E-E86535C1A390}" destId="{23D940DC-FD46-4940-B246-7C067DA83DB3}" srcOrd="1" destOrd="0" presId="urn:microsoft.com/office/officeart/2005/8/layout/vList5"/>
    <dgm:cxn modelId="{D468241C-65D0-4AB4-BA4B-B516BB47AD43}" type="presParOf" srcId="{81371AC0-C9D2-4FBF-887E-E86535C1A390}" destId="{0EC65A33-8945-4DCE-8027-DA56E3805126}" srcOrd="2" destOrd="0" presId="urn:microsoft.com/office/officeart/2005/8/layout/vList5"/>
    <dgm:cxn modelId="{C0900D94-517D-40FF-8256-4B4865DB69AD}" type="presParOf" srcId="{0EC65A33-8945-4DCE-8027-DA56E3805126}" destId="{26804FC6-2CBD-4F7B-8A3F-EF4D0C1EA975}" srcOrd="0" destOrd="0" presId="urn:microsoft.com/office/officeart/2005/8/layout/vList5"/>
    <dgm:cxn modelId="{D053A330-EF39-4186-B76D-6985D7A725E2}" type="presParOf" srcId="{0EC65A33-8945-4DCE-8027-DA56E3805126}" destId="{614DCF23-F9BB-49F7-A24D-F28743F5201F}" srcOrd="1" destOrd="0" presId="urn:microsoft.com/office/officeart/2005/8/layout/vList5"/>
    <dgm:cxn modelId="{4AC26B31-8C70-495A-A404-216BBC3B4F11}" type="presParOf" srcId="{81371AC0-C9D2-4FBF-887E-E86535C1A390}" destId="{3C9BD601-7811-4ADA-9052-D869711582E8}" srcOrd="3" destOrd="0" presId="urn:microsoft.com/office/officeart/2005/8/layout/vList5"/>
    <dgm:cxn modelId="{57FA2117-A541-4D04-AF5C-F3B31D6C298B}" type="presParOf" srcId="{81371AC0-C9D2-4FBF-887E-E86535C1A390}" destId="{F864521E-9934-4B65-8EB8-A02B89AA4CCA}" srcOrd="4" destOrd="0" presId="urn:microsoft.com/office/officeart/2005/8/layout/vList5"/>
    <dgm:cxn modelId="{0B48008E-4512-4CCC-B892-C16BC4E90AF0}" type="presParOf" srcId="{F864521E-9934-4B65-8EB8-A02B89AA4CCA}" destId="{685D7C06-36C7-4694-84B9-A0A65DAD2922}" srcOrd="0" destOrd="0" presId="urn:microsoft.com/office/officeart/2005/8/layout/vList5"/>
    <dgm:cxn modelId="{3D8D7F00-3A14-4E7E-8DF4-8D8FFF90AE90}" type="presParOf" srcId="{F864521E-9934-4B65-8EB8-A02B89AA4CCA}" destId="{0874DE05-D038-42E8-9167-20C7C65DC893}" srcOrd="1" destOrd="0" presId="urn:microsoft.com/office/officeart/2005/8/layout/vList5"/>
    <dgm:cxn modelId="{9CBD1B67-F760-43CA-B85B-F646418B0C8F}" type="presParOf" srcId="{81371AC0-C9D2-4FBF-887E-E86535C1A390}" destId="{DCB088D0-1643-4C04-AF2F-BF5BC18C1D8F}" srcOrd="5" destOrd="0" presId="urn:microsoft.com/office/officeart/2005/8/layout/vList5"/>
    <dgm:cxn modelId="{8CE828BC-CB11-4388-86AE-527DC079A723}" type="presParOf" srcId="{81371AC0-C9D2-4FBF-887E-E86535C1A390}" destId="{F8D661C5-7F1D-4360-8B49-680728A7A41C}" srcOrd="6" destOrd="0" presId="urn:microsoft.com/office/officeart/2005/8/layout/vList5"/>
    <dgm:cxn modelId="{709B67EA-F67C-4C95-8F6E-8B188703E474}" type="presParOf" srcId="{F8D661C5-7F1D-4360-8B49-680728A7A41C}" destId="{5AC12D39-46A5-43CA-862F-3A9068F1EFB9}" srcOrd="0" destOrd="0" presId="urn:microsoft.com/office/officeart/2005/8/layout/vList5"/>
    <dgm:cxn modelId="{97A1BB84-B0EB-419F-A082-68589556D31E}" type="presParOf" srcId="{F8D661C5-7F1D-4360-8B49-680728A7A41C}" destId="{0989ED80-550F-4852-AC3E-84EB263678C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F722B24-C85A-4B02-AFAB-F52DCF45D132}" type="doc">
      <dgm:prSet loTypeId="urn:microsoft.com/office/officeart/2005/8/layout/hierarchy3" loCatId="hierarchy" qsTypeId="urn:microsoft.com/office/officeart/2005/8/quickstyle/simple1#46" qsCatId="simple" csTypeId="urn:microsoft.com/office/officeart/2005/8/colors/colorful1#13" csCatId="colorful" phldr="1"/>
      <dgm:spPr/>
      <dgm:t>
        <a:bodyPr/>
        <a:lstStyle/>
        <a:p>
          <a:endParaRPr lang="en-US"/>
        </a:p>
      </dgm:t>
    </dgm:pt>
    <dgm:pt modelId="{A0E2F89D-3005-4AE6-BC49-C81DF2D55049}">
      <dgm:prSet/>
      <dgm:spPr/>
      <dgm:t>
        <a:bodyPr/>
        <a:lstStyle/>
        <a:p>
          <a:r>
            <a:rPr lang="en-US"/>
            <a:t>C#</a:t>
          </a:r>
        </a:p>
      </dgm:t>
    </dgm:pt>
    <dgm:pt modelId="{39FEE568-A95E-475E-8B27-FA54EA846DF2}" type="parTrans" cxnId="{82431210-6596-491E-97A5-D57400C63F64}">
      <dgm:prSet/>
      <dgm:spPr/>
      <dgm:t>
        <a:bodyPr/>
        <a:lstStyle/>
        <a:p>
          <a:endParaRPr lang="en-US"/>
        </a:p>
      </dgm:t>
    </dgm:pt>
    <dgm:pt modelId="{008D1DA0-9B1F-44FC-A06F-1B6A7F711219}" type="sibTrans" cxnId="{82431210-6596-491E-97A5-D57400C63F64}">
      <dgm:prSet/>
      <dgm:spPr/>
      <dgm:t>
        <a:bodyPr/>
        <a:lstStyle/>
        <a:p>
          <a:endParaRPr lang="en-US"/>
        </a:p>
      </dgm:t>
    </dgm:pt>
    <dgm:pt modelId="{5736F03E-ADBF-47E4-A5D4-E74777431962}">
      <dgm:prSet/>
      <dgm:spPr/>
      <dgm:t>
        <a:bodyPr/>
        <a:lstStyle/>
        <a:p>
          <a:r>
            <a:rPr lang="en-US" dirty="0"/>
            <a:t>Core coding language for application, built with OOP principles</a:t>
          </a:r>
        </a:p>
      </dgm:t>
    </dgm:pt>
    <dgm:pt modelId="{1D547908-BD57-4BBE-A73A-9BE3F3EAED6A}" type="parTrans" cxnId="{E69B5403-2E77-44DD-BC8A-99734A8088F1}">
      <dgm:prSet/>
      <dgm:spPr/>
      <dgm:t>
        <a:bodyPr/>
        <a:lstStyle/>
        <a:p>
          <a:endParaRPr lang="en-US"/>
        </a:p>
      </dgm:t>
    </dgm:pt>
    <dgm:pt modelId="{19A0B50C-1C8C-4233-A14F-B2EC5DF7C0D0}" type="sibTrans" cxnId="{E69B5403-2E77-44DD-BC8A-99734A8088F1}">
      <dgm:prSet/>
      <dgm:spPr/>
      <dgm:t>
        <a:bodyPr/>
        <a:lstStyle/>
        <a:p>
          <a:endParaRPr lang="en-US"/>
        </a:p>
      </dgm:t>
    </dgm:pt>
    <dgm:pt modelId="{4C3D1CFD-D921-472C-A49D-066E873D2EEB}">
      <dgm:prSet/>
      <dgm:spPr/>
      <dgm:t>
        <a:bodyPr/>
        <a:lstStyle/>
        <a:p>
          <a:r>
            <a:rPr lang="en-US" dirty="0"/>
            <a:t>SQL Server</a:t>
          </a:r>
        </a:p>
      </dgm:t>
    </dgm:pt>
    <dgm:pt modelId="{CACD4075-34E5-4FC5-8703-B1E7EC2F06B6}" type="parTrans" cxnId="{9181E760-062C-4C52-B147-9BC3627FE6C6}">
      <dgm:prSet/>
      <dgm:spPr/>
      <dgm:t>
        <a:bodyPr/>
        <a:lstStyle/>
        <a:p>
          <a:endParaRPr lang="en-US"/>
        </a:p>
      </dgm:t>
    </dgm:pt>
    <dgm:pt modelId="{5007CE52-996A-42AF-8F35-39139702D42E}" type="sibTrans" cxnId="{9181E760-062C-4C52-B147-9BC3627FE6C6}">
      <dgm:prSet/>
      <dgm:spPr/>
      <dgm:t>
        <a:bodyPr/>
        <a:lstStyle/>
        <a:p>
          <a:endParaRPr lang="en-US"/>
        </a:p>
      </dgm:t>
    </dgm:pt>
    <dgm:pt modelId="{FF057FED-0922-4AC2-8692-7F9E424567EF}">
      <dgm:prSet/>
      <dgm:spPr/>
      <dgm:t>
        <a:bodyPr/>
        <a:lstStyle/>
        <a:p>
          <a:r>
            <a:rPr lang="en-US" dirty="0"/>
            <a:t>EF Core</a:t>
          </a:r>
        </a:p>
      </dgm:t>
    </dgm:pt>
    <dgm:pt modelId="{B8CFF1B2-EDB6-4632-9675-4E73831624E1}" type="parTrans" cxnId="{2F33DDC8-9ED5-4A83-8A0F-2DE5D2A823DC}">
      <dgm:prSet/>
      <dgm:spPr/>
      <dgm:t>
        <a:bodyPr/>
        <a:lstStyle/>
        <a:p>
          <a:endParaRPr lang="en-US"/>
        </a:p>
      </dgm:t>
    </dgm:pt>
    <dgm:pt modelId="{530B6310-EBB2-43C3-9FDA-AC3525F8F309}" type="sibTrans" cxnId="{2F33DDC8-9ED5-4A83-8A0F-2DE5D2A823DC}">
      <dgm:prSet/>
      <dgm:spPr/>
      <dgm:t>
        <a:bodyPr/>
        <a:lstStyle/>
        <a:p>
          <a:endParaRPr lang="en-US"/>
        </a:p>
      </dgm:t>
    </dgm:pt>
    <dgm:pt modelId="{676241E2-22F4-40E7-814E-623E799F223F}">
      <dgm:prSet/>
      <dgm:spPr/>
      <dgm:t>
        <a:bodyPr/>
        <a:lstStyle/>
        <a:p>
          <a:r>
            <a:rPr lang="en-US" dirty="0"/>
            <a:t>.NET 10</a:t>
          </a:r>
        </a:p>
      </dgm:t>
    </dgm:pt>
    <dgm:pt modelId="{630F753F-99E2-4933-A004-65EEB4F170F7}" type="parTrans" cxnId="{D5A25B5C-ED4C-4759-A405-0C73BC38E987}">
      <dgm:prSet/>
      <dgm:spPr/>
      <dgm:t>
        <a:bodyPr/>
        <a:lstStyle/>
        <a:p>
          <a:endParaRPr lang="en-US"/>
        </a:p>
      </dgm:t>
    </dgm:pt>
    <dgm:pt modelId="{B2393787-49C2-45CE-B868-0AF06399EA20}" type="sibTrans" cxnId="{D5A25B5C-ED4C-4759-A405-0C73BC38E987}">
      <dgm:prSet/>
      <dgm:spPr/>
      <dgm:t>
        <a:bodyPr/>
        <a:lstStyle/>
        <a:p>
          <a:endParaRPr lang="en-US"/>
        </a:p>
      </dgm:t>
    </dgm:pt>
    <dgm:pt modelId="{B7BD08B3-FE7E-4CF9-939E-6255F750030D}">
      <dgm:prSet/>
      <dgm:spPr/>
      <dgm:t>
        <a:bodyPr/>
        <a:lstStyle/>
        <a:p>
          <a:r>
            <a:rPr lang="en-US" dirty="0"/>
            <a:t>Database </a:t>
          </a:r>
          <a:r>
            <a:rPr lang="en-US"/>
            <a:t>used for all </a:t>
          </a:r>
          <a:r>
            <a:rPr lang="en-US" dirty="0"/>
            <a:t>data</a:t>
          </a:r>
        </a:p>
      </dgm:t>
    </dgm:pt>
    <dgm:pt modelId="{E19B6AFB-36B4-4014-80B7-6DF4158CBBA6}" type="parTrans" cxnId="{67CFBEB9-F7C0-4BF5-8268-79C6A07566E5}">
      <dgm:prSet/>
      <dgm:spPr/>
    </dgm:pt>
    <dgm:pt modelId="{CD23296E-CBE9-40A1-AA71-8BAE9D362F62}" type="sibTrans" cxnId="{67CFBEB9-F7C0-4BF5-8268-79C6A07566E5}">
      <dgm:prSet/>
      <dgm:spPr/>
    </dgm:pt>
    <dgm:pt modelId="{6BB8030A-B63D-4D3F-997D-294BCEDC3201}">
      <dgm:prSet/>
      <dgm:spPr/>
      <dgm:t>
        <a:bodyPr/>
        <a:lstStyle/>
        <a:p>
          <a:r>
            <a:rPr lang="en-US" dirty="0"/>
            <a:t>DB-first approach ORM connecting C# to SQL Server</a:t>
          </a:r>
        </a:p>
      </dgm:t>
    </dgm:pt>
    <dgm:pt modelId="{3BC00435-8E4B-4CA1-B0EB-BA7A8CE9FF8B}" type="parTrans" cxnId="{54F90092-7D58-4213-AE93-9406EEE09FAE}">
      <dgm:prSet/>
      <dgm:spPr/>
    </dgm:pt>
    <dgm:pt modelId="{476C7CA1-891E-4A2C-B05F-3DD1DA48A363}" type="sibTrans" cxnId="{54F90092-7D58-4213-AE93-9406EEE09FAE}">
      <dgm:prSet/>
      <dgm:spPr/>
    </dgm:pt>
    <dgm:pt modelId="{846BCC78-BC92-45E7-8964-C960AEBDB3F5}">
      <dgm:prSet/>
      <dgm:spPr/>
      <dgm:t>
        <a:bodyPr/>
        <a:lstStyle/>
        <a:p>
          <a:r>
            <a:rPr lang="en-US" dirty="0"/>
            <a:t>Runtime and </a:t>
          </a:r>
          <a:r>
            <a:rPr lang="en-US"/>
            <a:t>framework for application</a:t>
          </a:r>
          <a:endParaRPr lang="en-US" dirty="0"/>
        </a:p>
      </dgm:t>
    </dgm:pt>
    <dgm:pt modelId="{ACA88754-3267-4703-AC64-B690A1037198}" type="parTrans" cxnId="{37BE8C38-ECF8-459F-947C-360164B6CA7C}">
      <dgm:prSet/>
      <dgm:spPr/>
    </dgm:pt>
    <dgm:pt modelId="{E9B02D16-5375-40BF-BEFB-A9F25EC819AD}" type="sibTrans" cxnId="{37BE8C38-ECF8-459F-947C-360164B6CA7C}">
      <dgm:prSet/>
      <dgm:spPr/>
    </dgm:pt>
    <dgm:pt modelId="{CC6D2544-A82A-4D7C-8537-74F0B10643E9}" type="pres">
      <dgm:prSet presAssocID="{9F722B24-C85A-4B02-AFAB-F52DCF45D132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4B1C80A-CE8E-406A-BF1C-FEA47F96CE4E}" type="pres">
      <dgm:prSet presAssocID="{A0E2F89D-3005-4AE6-BC49-C81DF2D55049}" presName="root" presStyleCnt="0"/>
      <dgm:spPr/>
    </dgm:pt>
    <dgm:pt modelId="{C5F32FB0-5DF8-429D-B1D3-F84002B48440}" type="pres">
      <dgm:prSet presAssocID="{A0E2F89D-3005-4AE6-BC49-C81DF2D55049}" presName="rootComposite" presStyleCnt="0"/>
      <dgm:spPr/>
    </dgm:pt>
    <dgm:pt modelId="{AEB3BE74-BF46-4422-B817-BF7E1DD05213}" type="pres">
      <dgm:prSet presAssocID="{A0E2F89D-3005-4AE6-BC49-C81DF2D55049}" presName="rootText" presStyleLbl="node1" presStyleIdx="0" presStyleCnt="4"/>
      <dgm:spPr/>
    </dgm:pt>
    <dgm:pt modelId="{C9A1FDFA-9013-462D-B59F-14F66EEA9D77}" type="pres">
      <dgm:prSet presAssocID="{A0E2F89D-3005-4AE6-BC49-C81DF2D55049}" presName="rootConnector" presStyleLbl="node1" presStyleIdx="0" presStyleCnt="4"/>
      <dgm:spPr/>
    </dgm:pt>
    <dgm:pt modelId="{A4166EFE-1377-4D93-9F9F-EC98E7F156C9}" type="pres">
      <dgm:prSet presAssocID="{A0E2F89D-3005-4AE6-BC49-C81DF2D55049}" presName="childShape" presStyleCnt="0"/>
      <dgm:spPr/>
    </dgm:pt>
    <dgm:pt modelId="{808AC476-079E-4D00-A139-9FF78E5ADA89}" type="pres">
      <dgm:prSet presAssocID="{1D547908-BD57-4BBE-A73A-9BE3F3EAED6A}" presName="Name13" presStyleLbl="parChTrans1D2" presStyleIdx="0" presStyleCnt="4"/>
      <dgm:spPr/>
    </dgm:pt>
    <dgm:pt modelId="{3E39C9BE-3760-4C4A-A019-6BFCD9E51EC8}" type="pres">
      <dgm:prSet presAssocID="{5736F03E-ADBF-47E4-A5D4-E74777431962}" presName="childText" presStyleLbl="bgAcc1" presStyleIdx="0" presStyleCnt="4">
        <dgm:presLayoutVars>
          <dgm:bulletEnabled val="1"/>
        </dgm:presLayoutVars>
      </dgm:prSet>
      <dgm:spPr/>
    </dgm:pt>
    <dgm:pt modelId="{ACB49AE8-BC35-41C4-B4F4-6E8610C9F200}" type="pres">
      <dgm:prSet presAssocID="{4C3D1CFD-D921-472C-A49D-066E873D2EEB}" presName="root" presStyleCnt="0"/>
      <dgm:spPr/>
    </dgm:pt>
    <dgm:pt modelId="{0D457AEC-373D-40BC-9339-8214F1BA0656}" type="pres">
      <dgm:prSet presAssocID="{4C3D1CFD-D921-472C-A49D-066E873D2EEB}" presName="rootComposite" presStyleCnt="0"/>
      <dgm:spPr/>
    </dgm:pt>
    <dgm:pt modelId="{CB30F8F8-98B0-4954-BFDC-D811ABEF5780}" type="pres">
      <dgm:prSet presAssocID="{4C3D1CFD-D921-472C-A49D-066E873D2EEB}" presName="rootText" presStyleLbl="node1" presStyleIdx="1" presStyleCnt="4"/>
      <dgm:spPr/>
    </dgm:pt>
    <dgm:pt modelId="{C1027618-E410-43BA-BF6C-AD4E00388563}" type="pres">
      <dgm:prSet presAssocID="{4C3D1CFD-D921-472C-A49D-066E873D2EEB}" presName="rootConnector" presStyleLbl="node1" presStyleIdx="1" presStyleCnt="4"/>
      <dgm:spPr/>
    </dgm:pt>
    <dgm:pt modelId="{69097693-634B-4843-B395-0AEC3298CA40}" type="pres">
      <dgm:prSet presAssocID="{4C3D1CFD-D921-472C-A49D-066E873D2EEB}" presName="childShape" presStyleCnt="0"/>
      <dgm:spPr/>
    </dgm:pt>
    <dgm:pt modelId="{3A1C4C5D-B0A2-48B8-80D3-A9598105075F}" type="pres">
      <dgm:prSet presAssocID="{E19B6AFB-36B4-4014-80B7-6DF4158CBBA6}" presName="Name13" presStyleLbl="parChTrans1D2" presStyleIdx="1" presStyleCnt="4"/>
      <dgm:spPr/>
    </dgm:pt>
    <dgm:pt modelId="{DD9D8923-95E9-4F5A-817B-3F9159EFB3EF}" type="pres">
      <dgm:prSet presAssocID="{B7BD08B3-FE7E-4CF9-939E-6255F750030D}" presName="childText" presStyleLbl="bgAcc1" presStyleIdx="1" presStyleCnt="4">
        <dgm:presLayoutVars>
          <dgm:bulletEnabled val="1"/>
        </dgm:presLayoutVars>
      </dgm:prSet>
      <dgm:spPr/>
    </dgm:pt>
    <dgm:pt modelId="{578C298F-2885-48EE-9F22-4E8991505B5E}" type="pres">
      <dgm:prSet presAssocID="{FF057FED-0922-4AC2-8692-7F9E424567EF}" presName="root" presStyleCnt="0"/>
      <dgm:spPr/>
    </dgm:pt>
    <dgm:pt modelId="{75A981AA-606F-4BAE-BB7F-5E2C5C2D9D95}" type="pres">
      <dgm:prSet presAssocID="{FF057FED-0922-4AC2-8692-7F9E424567EF}" presName="rootComposite" presStyleCnt="0"/>
      <dgm:spPr/>
    </dgm:pt>
    <dgm:pt modelId="{281E7689-DB65-46BE-8AC5-A0F5777B013A}" type="pres">
      <dgm:prSet presAssocID="{FF057FED-0922-4AC2-8692-7F9E424567EF}" presName="rootText" presStyleLbl="node1" presStyleIdx="2" presStyleCnt="4"/>
      <dgm:spPr/>
    </dgm:pt>
    <dgm:pt modelId="{BA58ECAF-15A9-4C46-9AE7-B15E48758CEE}" type="pres">
      <dgm:prSet presAssocID="{FF057FED-0922-4AC2-8692-7F9E424567EF}" presName="rootConnector" presStyleLbl="node1" presStyleIdx="2" presStyleCnt="4"/>
      <dgm:spPr/>
    </dgm:pt>
    <dgm:pt modelId="{3093BF3E-5A17-4FB9-B1AA-EEC8F9A9880A}" type="pres">
      <dgm:prSet presAssocID="{FF057FED-0922-4AC2-8692-7F9E424567EF}" presName="childShape" presStyleCnt="0"/>
      <dgm:spPr/>
    </dgm:pt>
    <dgm:pt modelId="{C0B91EA5-5843-417B-AFE2-DD1DDCCAD8F7}" type="pres">
      <dgm:prSet presAssocID="{3BC00435-8E4B-4CA1-B0EB-BA7A8CE9FF8B}" presName="Name13" presStyleLbl="parChTrans1D2" presStyleIdx="2" presStyleCnt="4"/>
      <dgm:spPr/>
    </dgm:pt>
    <dgm:pt modelId="{5CB8D359-6200-4164-835B-5B531A03A3C5}" type="pres">
      <dgm:prSet presAssocID="{6BB8030A-B63D-4D3F-997D-294BCEDC3201}" presName="childText" presStyleLbl="bgAcc1" presStyleIdx="2" presStyleCnt="4">
        <dgm:presLayoutVars>
          <dgm:bulletEnabled val="1"/>
        </dgm:presLayoutVars>
      </dgm:prSet>
      <dgm:spPr/>
    </dgm:pt>
    <dgm:pt modelId="{15E5F5EB-180C-4DA4-9114-AAD6A309F289}" type="pres">
      <dgm:prSet presAssocID="{676241E2-22F4-40E7-814E-623E799F223F}" presName="root" presStyleCnt="0"/>
      <dgm:spPr/>
    </dgm:pt>
    <dgm:pt modelId="{253477E7-CCCE-48B3-AA4D-DE9B33394870}" type="pres">
      <dgm:prSet presAssocID="{676241E2-22F4-40E7-814E-623E799F223F}" presName="rootComposite" presStyleCnt="0"/>
      <dgm:spPr/>
    </dgm:pt>
    <dgm:pt modelId="{E3DD2F14-AAAF-4D97-968B-AD4EFCF7638E}" type="pres">
      <dgm:prSet presAssocID="{676241E2-22F4-40E7-814E-623E799F223F}" presName="rootText" presStyleLbl="node1" presStyleIdx="3" presStyleCnt="4"/>
      <dgm:spPr/>
    </dgm:pt>
    <dgm:pt modelId="{F45EDC92-3A73-40C4-BD2D-248F4B0396E6}" type="pres">
      <dgm:prSet presAssocID="{676241E2-22F4-40E7-814E-623E799F223F}" presName="rootConnector" presStyleLbl="node1" presStyleIdx="3" presStyleCnt="4"/>
      <dgm:spPr/>
    </dgm:pt>
    <dgm:pt modelId="{E6BB910A-F774-41B9-B3C1-567274543AFE}" type="pres">
      <dgm:prSet presAssocID="{676241E2-22F4-40E7-814E-623E799F223F}" presName="childShape" presStyleCnt="0"/>
      <dgm:spPr/>
    </dgm:pt>
    <dgm:pt modelId="{C55C032A-C632-4F71-A431-A07F5667EB6A}" type="pres">
      <dgm:prSet presAssocID="{ACA88754-3267-4703-AC64-B690A1037198}" presName="Name13" presStyleLbl="parChTrans1D2" presStyleIdx="3" presStyleCnt="4"/>
      <dgm:spPr/>
    </dgm:pt>
    <dgm:pt modelId="{42D68C7D-3214-46AA-AF55-0F573E3EA3A4}" type="pres">
      <dgm:prSet presAssocID="{846BCC78-BC92-45E7-8964-C960AEBDB3F5}" presName="childText" presStyleLbl="bgAcc1" presStyleIdx="3" presStyleCnt="4">
        <dgm:presLayoutVars>
          <dgm:bulletEnabled val="1"/>
        </dgm:presLayoutVars>
      </dgm:prSet>
      <dgm:spPr/>
    </dgm:pt>
  </dgm:ptLst>
  <dgm:cxnLst>
    <dgm:cxn modelId="{2A117E02-0BA6-415A-9E8D-D7A60B83981F}" type="presOf" srcId="{A0E2F89D-3005-4AE6-BC49-C81DF2D55049}" destId="{AEB3BE74-BF46-4422-B817-BF7E1DD05213}" srcOrd="0" destOrd="0" presId="urn:microsoft.com/office/officeart/2005/8/layout/hierarchy3"/>
    <dgm:cxn modelId="{E69B5403-2E77-44DD-BC8A-99734A8088F1}" srcId="{A0E2F89D-3005-4AE6-BC49-C81DF2D55049}" destId="{5736F03E-ADBF-47E4-A5D4-E74777431962}" srcOrd="0" destOrd="0" parTransId="{1D547908-BD57-4BBE-A73A-9BE3F3EAED6A}" sibTransId="{19A0B50C-1C8C-4233-A14F-B2EC5DF7C0D0}"/>
    <dgm:cxn modelId="{1AC14608-F922-448E-9EF7-CA2A484E75DB}" type="presOf" srcId="{B7BD08B3-FE7E-4CF9-939E-6255F750030D}" destId="{DD9D8923-95E9-4F5A-817B-3F9159EFB3EF}" srcOrd="0" destOrd="0" presId="urn:microsoft.com/office/officeart/2005/8/layout/hierarchy3"/>
    <dgm:cxn modelId="{82431210-6596-491E-97A5-D57400C63F64}" srcId="{9F722B24-C85A-4B02-AFAB-F52DCF45D132}" destId="{A0E2F89D-3005-4AE6-BC49-C81DF2D55049}" srcOrd="0" destOrd="0" parTransId="{39FEE568-A95E-475E-8B27-FA54EA846DF2}" sibTransId="{008D1DA0-9B1F-44FC-A06F-1B6A7F711219}"/>
    <dgm:cxn modelId="{EEA4C525-C3A4-47DB-9F14-E215A7E93456}" type="presOf" srcId="{846BCC78-BC92-45E7-8964-C960AEBDB3F5}" destId="{42D68C7D-3214-46AA-AF55-0F573E3EA3A4}" srcOrd="0" destOrd="0" presId="urn:microsoft.com/office/officeart/2005/8/layout/hierarchy3"/>
    <dgm:cxn modelId="{08B04A29-51CD-4F32-B352-024B64E1C4CC}" type="presOf" srcId="{ACA88754-3267-4703-AC64-B690A1037198}" destId="{C55C032A-C632-4F71-A431-A07F5667EB6A}" srcOrd="0" destOrd="0" presId="urn:microsoft.com/office/officeart/2005/8/layout/hierarchy3"/>
    <dgm:cxn modelId="{37BE8C38-ECF8-459F-947C-360164B6CA7C}" srcId="{676241E2-22F4-40E7-814E-623E799F223F}" destId="{846BCC78-BC92-45E7-8964-C960AEBDB3F5}" srcOrd="0" destOrd="0" parTransId="{ACA88754-3267-4703-AC64-B690A1037198}" sibTransId="{E9B02D16-5375-40BF-BEFB-A9F25EC819AD}"/>
    <dgm:cxn modelId="{D5A25B5C-ED4C-4759-A405-0C73BC38E987}" srcId="{9F722B24-C85A-4B02-AFAB-F52DCF45D132}" destId="{676241E2-22F4-40E7-814E-623E799F223F}" srcOrd="3" destOrd="0" parTransId="{630F753F-99E2-4933-A004-65EEB4F170F7}" sibTransId="{B2393787-49C2-45CE-B868-0AF06399EA20}"/>
    <dgm:cxn modelId="{9181E760-062C-4C52-B147-9BC3627FE6C6}" srcId="{9F722B24-C85A-4B02-AFAB-F52DCF45D132}" destId="{4C3D1CFD-D921-472C-A49D-066E873D2EEB}" srcOrd="1" destOrd="0" parTransId="{CACD4075-34E5-4FC5-8703-B1E7EC2F06B6}" sibTransId="{5007CE52-996A-42AF-8F35-39139702D42E}"/>
    <dgm:cxn modelId="{BFF29443-ED07-4467-9DA5-CDF7A6BE6D56}" type="presOf" srcId="{4C3D1CFD-D921-472C-A49D-066E873D2EEB}" destId="{C1027618-E410-43BA-BF6C-AD4E00388563}" srcOrd="1" destOrd="0" presId="urn:microsoft.com/office/officeart/2005/8/layout/hierarchy3"/>
    <dgm:cxn modelId="{A4DCC567-2C14-4BD3-8FF4-2F83B894D6B1}" type="presOf" srcId="{6BB8030A-B63D-4D3F-997D-294BCEDC3201}" destId="{5CB8D359-6200-4164-835B-5B531A03A3C5}" srcOrd="0" destOrd="0" presId="urn:microsoft.com/office/officeart/2005/8/layout/hierarchy3"/>
    <dgm:cxn modelId="{586F3552-CA34-45AA-B909-BC097256F31B}" type="presOf" srcId="{3BC00435-8E4B-4CA1-B0EB-BA7A8CE9FF8B}" destId="{C0B91EA5-5843-417B-AFE2-DD1DDCCAD8F7}" srcOrd="0" destOrd="0" presId="urn:microsoft.com/office/officeart/2005/8/layout/hierarchy3"/>
    <dgm:cxn modelId="{50636176-9A4C-4535-B51F-053BEB6B540A}" type="presOf" srcId="{4C3D1CFD-D921-472C-A49D-066E873D2EEB}" destId="{CB30F8F8-98B0-4954-BFDC-D811ABEF5780}" srcOrd="0" destOrd="0" presId="urn:microsoft.com/office/officeart/2005/8/layout/hierarchy3"/>
    <dgm:cxn modelId="{CC80268A-F978-4E4B-8A53-65CFBCFF6E85}" type="presOf" srcId="{5736F03E-ADBF-47E4-A5D4-E74777431962}" destId="{3E39C9BE-3760-4C4A-A019-6BFCD9E51EC8}" srcOrd="0" destOrd="0" presId="urn:microsoft.com/office/officeart/2005/8/layout/hierarchy3"/>
    <dgm:cxn modelId="{54F90092-7D58-4213-AE93-9406EEE09FAE}" srcId="{FF057FED-0922-4AC2-8692-7F9E424567EF}" destId="{6BB8030A-B63D-4D3F-997D-294BCEDC3201}" srcOrd="0" destOrd="0" parTransId="{3BC00435-8E4B-4CA1-B0EB-BA7A8CE9FF8B}" sibTransId="{476C7CA1-891E-4A2C-B05F-3DD1DA48A363}"/>
    <dgm:cxn modelId="{C08BC9A2-3800-4BA3-A486-39332A38A688}" type="presOf" srcId="{1D547908-BD57-4BBE-A73A-9BE3F3EAED6A}" destId="{808AC476-079E-4D00-A139-9FF78E5ADA89}" srcOrd="0" destOrd="0" presId="urn:microsoft.com/office/officeart/2005/8/layout/hierarchy3"/>
    <dgm:cxn modelId="{587EDCA9-D76A-4C61-AA72-683326D6D31B}" type="presOf" srcId="{676241E2-22F4-40E7-814E-623E799F223F}" destId="{F45EDC92-3A73-40C4-BD2D-248F4B0396E6}" srcOrd="1" destOrd="0" presId="urn:microsoft.com/office/officeart/2005/8/layout/hierarchy3"/>
    <dgm:cxn modelId="{A4DD91AC-15B2-4EAA-A049-DD72E847292C}" type="presOf" srcId="{A0E2F89D-3005-4AE6-BC49-C81DF2D55049}" destId="{C9A1FDFA-9013-462D-B59F-14F66EEA9D77}" srcOrd="1" destOrd="0" presId="urn:microsoft.com/office/officeart/2005/8/layout/hierarchy3"/>
    <dgm:cxn modelId="{AF3F92B7-9468-4608-8CD7-F420CDCDFE86}" type="presOf" srcId="{676241E2-22F4-40E7-814E-623E799F223F}" destId="{E3DD2F14-AAAF-4D97-968B-AD4EFCF7638E}" srcOrd="0" destOrd="0" presId="urn:microsoft.com/office/officeart/2005/8/layout/hierarchy3"/>
    <dgm:cxn modelId="{5999EAB7-F292-4E46-A032-DE6705503057}" type="presOf" srcId="{FF057FED-0922-4AC2-8692-7F9E424567EF}" destId="{BA58ECAF-15A9-4C46-9AE7-B15E48758CEE}" srcOrd="1" destOrd="0" presId="urn:microsoft.com/office/officeart/2005/8/layout/hierarchy3"/>
    <dgm:cxn modelId="{67CFBEB9-F7C0-4BF5-8268-79C6A07566E5}" srcId="{4C3D1CFD-D921-472C-A49D-066E873D2EEB}" destId="{B7BD08B3-FE7E-4CF9-939E-6255F750030D}" srcOrd="0" destOrd="0" parTransId="{E19B6AFB-36B4-4014-80B7-6DF4158CBBA6}" sibTransId="{CD23296E-CBE9-40A1-AA71-8BAE9D362F62}"/>
    <dgm:cxn modelId="{2F33DDC8-9ED5-4A83-8A0F-2DE5D2A823DC}" srcId="{9F722B24-C85A-4B02-AFAB-F52DCF45D132}" destId="{FF057FED-0922-4AC2-8692-7F9E424567EF}" srcOrd="2" destOrd="0" parTransId="{B8CFF1B2-EDB6-4632-9675-4E73831624E1}" sibTransId="{530B6310-EBB2-43C3-9FDA-AC3525F8F309}"/>
    <dgm:cxn modelId="{CB02A0DF-88E3-45B8-95BF-D20755B81A38}" type="presOf" srcId="{E19B6AFB-36B4-4014-80B7-6DF4158CBBA6}" destId="{3A1C4C5D-B0A2-48B8-80D3-A9598105075F}" srcOrd="0" destOrd="0" presId="urn:microsoft.com/office/officeart/2005/8/layout/hierarchy3"/>
    <dgm:cxn modelId="{56FEC7E5-A79C-4C46-BDFB-AE8EE13F8949}" type="presOf" srcId="{9F722B24-C85A-4B02-AFAB-F52DCF45D132}" destId="{CC6D2544-A82A-4D7C-8537-74F0B10643E9}" srcOrd="0" destOrd="0" presId="urn:microsoft.com/office/officeart/2005/8/layout/hierarchy3"/>
    <dgm:cxn modelId="{A701EEE8-E10E-476E-859B-564F3D4B3344}" type="presOf" srcId="{FF057FED-0922-4AC2-8692-7F9E424567EF}" destId="{281E7689-DB65-46BE-8AC5-A0F5777B013A}" srcOrd="0" destOrd="0" presId="urn:microsoft.com/office/officeart/2005/8/layout/hierarchy3"/>
    <dgm:cxn modelId="{6855D5FA-AA7B-4C3B-AC52-341EE19DACDE}" type="presParOf" srcId="{CC6D2544-A82A-4D7C-8537-74F0B10643E9}" destId="{04B1C80A-CE8E-406A-BF1C-FEA47F96CE4E}" srcOrd="0" destOrd="0" presId="urn:microsoft.com/office/officeart/2005/8/layout/hierarchy3"/>
    <dgm:cxn modelId="{844629CB-9BF6-427E-8B4A-11CD654F3C7A}" type="presParOf" srcId="{04B1C80A-CE8E-406A-BF1C-FEA47F96CE4E}" destId="{C5F32FB0-5DF8-429D-B1D3-F84002B48440}" srcOrd="0" destOrd="0" presId="urn:microsoft.com/office/officeart/2005/8/layout/hierarchy3"/>
    <dgm:cxn modelId="{27AF0F05-0815-47DE-BEF0-ED3C75E1E82A}" type="presParOf" srcId="{C5F32FB0-5DF8-429D-B1D3-F84002B48440}" destId="{AEB3BE74-BF46-4422-B817-BF7E1DD05213}" srcOrd="0" destOrd="0" presId="urn:microsoft.com/office/officeart/2005/8/layout/hierarchy3"/>
    <dgm:cxn modelId="{04392F5B-34E7-4190-B936-A4C01AAB27AD}" type="presParOf" srcId="{C5F32FB0-5DF8-429D-B1D3-F84002B48440}" destId="{C9A1FDFA-9013-462D-B59F-14F66EEA9D77}" srcOrd="1" destOrd="0" presId="urn:microsoft.com/office/officeart/2005/8/layout/hierarchy3"/>
    <dgm:cxn modelId="{726371B0-0B5D-44A9-8D5F-557638CDF4C6}" type="presParOf" srcId="{04B1C80A-CE8E-406A-BF1C-FEA47F96CE4E}" destId="{A4166EFE-1377-4D93-9F9F-EC98E7F156C9}" srcOrd="1" destOrd="0" presId="urn:microsoft.com/office/officeart/2005/8/layout/hierarchy3"/>
    <dgm:cxn modelId="{DFA08B11-F248-418B-8B56-705581B76CCB}" type="presParOf" srcId="{A4166EFE-1377-4D93-9F9F-EC98E7F156C9}" destId="{808AC476-079E-4D00-A139-9FF78E5ADA89}" srcOrd="0" destOrd="0" presId="urn:microsoft.com/office/officeart/2005/8/layout/hierarchy3"/>
    <dgm:cxn modelId="{1F77EB08-2A8F-4422-835C-1751C15361D9}" type="presParOf" srcId="{A4166EFE-1377-4D93-9F9F-EC98E7F156C9}" destId="{3E39C9BE-3760-4C4A-A019-6BFCD9E51EC8}" srcOrd="1" destOrd="0" presId="urn:microsoft.com/office/officeart/2005/8/layout/hierarchy3"/>
    <dgm:cxn modelId="{564EB1EC-53C7-4923-8D60-8A3B7B6FE62B}" type="presParOf" srcId="{CC6D2544-A82A-4D7C-8537-74F0B10643E9}" destId="{ACB49AE8-BC35-41C4-B4F4-6E8610C9F200}" srcOrd="1" destOrd="0" presId="urn:microsoft.com/office/officeart/2005/8/layout/hierarchy3"/>
    <dgm:cxn modelId="{F4EAEA34-22A8-4704-B218-643E3CE193B4}" type="presParOf" srcId="{ACB49AE8-BC35-41C4-B4F4-6E8610C9F200}" destId="{0D457AEC-373D-40BC-9339-8214F1BA0656}" srcOrd="0" destOrd="0" presId="urn:microsoft.com/office/officeart/2005/8/layout/hierarchy3"/>
    <dgm:cxn modelId="{0C8DF5F7-D8D2-499D-A235-395F358810E8}" type="presParOf" srcId="{0D457AEC-373D-40BC-9339-8214F1BA0656}" destId="{CB30F8F8-98B0-4954-BFDC-D811ABEF5780}" srcOrd="0" destOrd="0" presId="urn:microsoft.com/office/officeart/2005/8/layout/hierarchy3"/>
    <dgm:cxn modelId="{2720BCB4-599D-4BAE-B9DA-907CB7C53B4B}" type="presParOf" srcId="{0D457AEC-373D-40BC-9339-8214F1BA0656}" destId="{C1027618-E410-43BA-BF6C-AD4E00388563}" srcOrd="1" destOrd="0" presId="urn:microsoft.com/office/officeart/2005/8/layout/hierarchy3"/>
    <dgm:cxn modelId="{FADC3138-55A8-4C8D-8968-B79EA88113D2}" type="presParOf" srcId="{ACB49AE8-BC35-41C4-B4F4-6E8610C9F200}" destId="{69097693-634B-4843-B395-0AEC3298CA40}" srcOrd="1" destOrd="0" presId="urn:microsoft.com/office/officeart/2005/8/layout/hierarchy3"/>
    <dgm:cxn modelId="{0FD6F173-5141-455F-BBFC-A0726BA0FD2D}" type="presParOf" srcId="{69097693-634B-4843-B395-0AEC3298CA40}" destId="{3A1C4C5D-B0A2-48B8-80D3-A9598105075F}" srcOrd="0" destOrd="0" presId="urn:microsoft.com/office/officeart/2005/8/layout/hierarchy3"/>
    <dgm:cxn modelId="{38D8450B-5D4A-42DB-9677-AF3D9E695A14}" type="presParOf" srcId="{69097693-634B-4843-B395-0AEC3298CA40}" destId="{DD9D8923-95E9-4F5A-817B-3F9159EFB3EF}" srcOrd="1" destOrd="0" presId="urn:microsoft.com/office/officeart/2005/8/layout/hierarchy3"/>
    <dgm:cxn modelId="{6FB9E426-DC58-40E5-862E-CCCD9754745B}" type="presParOf" srcId="{CC6D2544-A82A-4D7C-8537-74F0B10643E9}" destId="{578C298F-2885-48EE-9F22-4E8991505B5E}" srcOrd="2" destOrd="0" presId="urn:microsoft.com/office/officeart/2005/8/layout/hierarchy3"/>
    <dgm:cxn modelId="{4075F331-D732-403B-BE60-04F6CBEC98B3}" type="presParOf" srcId="{578C298F-2885-48EE-9F22-4E8991505B5E}" destId="{75A981AA-606F-4BAE-BB7F-5E2C5C2D9D95}" srcOrd="0" destOrd="0" presId="urn:microsoft.com/office/officeart/2005/8/layout/hierarchy3"/>
    <dgm:cxn modelId="{9FE73150-89E3-41CB-A656-770C13061647}" type="presParOf" srcId="{75A981AA-606F-4BAE-BB7F-5E2C5C2D9D95}" destId="{281E7689-DB65-46BE-8AC5-A0F5777B013A}" srcOrd="0" destOrd="0" presId="urn:microsoft.com/office/officeart/2005/8/layout/hierarchy3"/>
    <dgm:cxn modelId="{1B9420D4-AEE9-4176-8E83-DDD09B19DA1A}" type="presParOf" srcId="{75A981AA-606F-4BAE-BB7F-5E2C5C2D9D95}" destId="{BA58ECAF-15A9-4C46-9AE7-B15E48758CEE}" srcOrd="1" destOrd="0" presId="urn:microsoft.com/office/officeart/2005/8/layout/hierarchy3"/>
    <dgm:cxn modelId="{F25534F5-0077-4DF5-8370-79E8A033353D}" type="presParOf" srcId="{578C298F-2885-48EE-9F22-4E8991505B5E}" destId="{3093BF3E-5A17-4FB9-B1AA-EEC8F9A9880A}" srcOrd="1" destOrd="0" presId="urn:microsoft.com/office/officeart/2005/8/layout/hierarchy3"/>
    <dgm:cxn modelId="{B6E8BDD2-4404-4CCE-891F-A3831822A3DD}" type="presParOf" srcId="{3093BF3E-5A17-4FB9-B1AA-EEC8F9A9880A}" destId="{C0B91EA5-5843-417B-AFE2-DD1DDCCAD8F7}" srcOrd="0" destOrd="0" presId="urn:microsoft.com/office/officeart/2005/8/layout/hierarchy3"/>
    <dgm:cxn modelId="{1C2FD9C2-592C-4A37-A7D5-06533AD22EA6}" type="presParOf" srcId="{3093BF3E-5A17-4FB9-B1AA-EEC8F9A9880A}" destId="{5CB8D359-6200-4164-835B-5B531A03A3C5}" srcOrd="1" destOrd="0" presId="urn:microsoft.com/office/officeart/2005/8/layout/hierarchy3"/>
    <dgm:cxn modelId="{4AED12D7-7868-4F3C-B700-2C637DCBC10B}" type="presParOf" srcId="{CC6D2544-A82A-4D7C-8537-74F0B10643E9}" destId="{15E5F5EB-180C-4DA4-9114-AAD6A309F289}" srcOrd="3" destOrd="0" presId="urn:microsoft.com/office/officeart/2005/8/layout/hierarchy3"/>
    <dgm:cxn modelId="{87DE1718-FFDC-46CD-88EC-A8610F5584E9}" type="presParOf" srcId="{15E5F5EB-180C-4DA4-9114-AAD6A309F289}" destId="{253477E7-CCCE-48B3-AA4D-DE9B33394870}" srcOrd="0" destOrd="0" presId="urn:microsoft.com/office/officeart/2005/8/layout/hierarchy3"/>
    <dgm:cxn modelId="{4FD9AEF9-8219-4A14-8845-3A4A53BBA697}" type="presParOf" srcId="{253477E7-CCCE-48B3-AA4D-DE9B33394870}" destId="{E3DD2F14-AAAF-4D97-968B-AD4EFCF7638E}" srcOrd="0" destOrd="0" presId="urn:microsoft.com/office/officeart/2005/8/layout/hierarchy3"/>
    <dgm:cxn modelId="{416DD1C9-D878-4599-A1F0-223E5E9F07E6}" type="presParOf" srcId="{253477E7-CCCE-48B3-AA4D-DE9B33394870}" destId="{F45EDC92-3A73-40C4-BD2D-248F4B0396E6}" srcOrd="1" destOrd="0" presId="urn:microsoft.com/office/officeart/2005/8/layout/hierarchy3"/>
    <dgm:cxn modelId="{BA3EEED5-F690-4525-A9A4-26CA07D967BD}" type="presParOf" srcId="{15E5F5EB-180C-4DA4-9114-AAD6A309F289}" destId="{E6BB910A-F774-41B9-B3C1-567274543AFE}" srcOrd="1" destOrd="0" presId="urn:microsoft.com/office/officeart/2005/8/layout/hierarchy3"/>
    <dgm:cxn modelId="{A7EB0BFC-CA71-4974-91D0-0B014F34C567}" type="presParOf" srcId="{E6BB910A-F774-41B9-B3C1-567274543AFE}" destId="{C55C032A-C632-4F71-A431-A07F5667EB6A}" srcOrd="0" destOrd="0" presId="urn:microsoft.com/office/officeart/2005/8/layout/hierarchy3"/>
    <dgm:cxn modelId="{A9165147-1E76-4E40-BC57-2BFA78718111}" type="presParOf" srcId="{E6BB910A-F774-41B9-B3C1-567274543AFE}" destId="{42D68C7D-3214-46AA-AF55-0F573E3EA3A4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7044E6-766D-469C-AC62-4ACDD540B33D}">
      <dsp:nvSpPr>
        <dsp:cNvPr id="0" name=""/>
        <dsp:cNvSpPr/>
      </dsp:nvSpPr>
      <dsp:spPr>
        <a:xfrm rot="5400000">
          <a:off x="6731621" y="-2839081"/>
          <a:ext cx="837972" cy="6729984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All bank data is stored in one relational database </a:t>
          </a:r>
        </a:p>
      </dsp:txBody>
      <dsp:txXfrm rot="-5400000">
        <a:off x="3785615" y="147831"/>
        <a:ext cx="6689078" cy="756160"/>
      </dsp:txXfrm>
    </dsp:sp>
    <dsp:sp modelId="{A4374232-6C39-494D-85D0-52C0842FB71E}">
      <dsp:nvSpPr>
        <dsp:cNvPr id="0" name=""/>
        <dsp:cNvSpPr/>
      </dsp:nvSpPr>
      <dsp:spPr>
        <a:xfrm>
          <a:off x="0" y="2177"/>
          <a:ext cx="3785616" cy="104746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Centralizes accounts and records in DB</a:t>
          </a:r>
          <a:endParaRPr lang="en-US" sz="2700" kern="1200"/>
        </a:p>
      </dsp:txBody>
      <dsp:txXfrm>
        <a:off x="51133" y="53310"/>
        <a:ext cx="3683350" cy="945199"/>
      </dsp:txXfrm>
    </dsp:sp>
    <dsp:sp modelId="{614DCF23-F9BB-49F7-A24D-F28743F5201F}">
      <dsp:nvSpPr>
        <dsp:cNvPr id="0" name=""/>
        <dsp:cNvSpPr/>
      </dsp:nvSpPr>
      <dsp:spPr>
        <a:xfrm rot="5400000">
          <a:off x="6731621" y="-1739242"/>
          <a:ext cx="837972" cy="6729984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Automates common bank operations like deposits, withdrawal, transfers and account updates</a:t>
          </a:r>
        </a:p>
      </dsp:txBody>
      <dsp:txXfrm rot="-5400000">
        <a:off x="3785615" y="1247670"/>
        <a:ext cx="6689078" cy="756160"/>
      </dsp:txXfrm>
    </dsp:sp>
    <dsp:sp modelId="{26804FC6-2CBD-4F7B-8A3F-EF4D0C1EA975}">
      <dsp:nvSpPr>
        <dsp:cNvPr id="0" name=""/>
        <dsp:cNvSpPr/>
      </dsp:nvSpPr>
      <dsp:spPr>
        <a:xfrm>
          <a:off x="0" y="1102016"/>
          <a:ext cx="3785616" cy="104746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Reduces manual bank account management</a:t>
          </a:r>
          <a:endParaRPr lang="en-US" sz="2700" kern="1200"/>
        </a:p>
      </dsp:txBody>
      <dsp:txXfrm>
        <a:off x="51133" y="1153149"/>
        <a:ext cx="3683350" cy="945199"/>
      </dsp:txXfrm>
    </dsp:sp>
    <dsp:sp modelId="{0874DE05-D038-42E8-9167-20C7C65DC893}">
      <dsp:nvSpPr>
        <dsp:cNvPr id="0" name=""/>
        <dsp:cNvSpPr/>
      </dsp:nvSpPr>
      <dsp:spPr>
        <a:xfrm rot="5400000">
          <a:off x="6731621" y="-639403"/>
          <a:ext cx="837972" cy="6729984"/>
        </a:xfrm>
        <a:prstGeom prst="round2Same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/>
            <a:t>Deposits, withdrawals and transfers are recorded and logged, so customers can review recent activity</a:t>
          </a:r>
        </a:p>
      </dsp:txBody>
      <dsp:txXfrm rot="-5400000">
        <a:off x="3785615" y="2347509"/>
        <a:ext cx="6689078" cy="756160"/>
      </dsp:txXfrm>
    </dsp:sp>
    <dsp:sp modelId="{685D7C06-36C7-4694-84B9-A0A65DAD2922}">
      <dsp:nvSpPr>
        <dsp:cNvPr id="0" name=""/>
        <dsp:cNvSpPr/>
      </dsp:nvSpPr>
      <dsp:spPr>
        <a:xfrm>
          <a:off x="0" y="2201855"/>
          <a:ext cx="3785616" cy="104746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Transaction visibility</a:t>
          </a:r>
          <a:endParaRPr lang="en-US" sz="2700" kern="1200"/>
        </a:p>
      </dsp:txBody>
      <dsp:txXfrm>
        <a:off x="51133" y="2252988"/>
        <a:ext cx="3683350" cy="945199"/>
      </dsp:txXfrm>
    </dsp:sp>
    <dsp:sp modelId="{0989ED80-550F-4852-AC3E-84EB263678CF}">
      <dsp:nvSpPr>
        <dsp:cNvPr id="0" name=""/>
        <dsp:cNvSpPr/>
      </dsp:nvSpPr>
      <dsp:spPr>
        <a:xfrm rot="5400000">
          <a:off x="6731621" y="460435"/>
          <a:ext cx="837972" cy="6729984"/>
        </a:xfrm>
        <a:prstGeom prst="round2Same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Provides different functionality for customers and admins based on their roles.</a:t>
          </a:r>
        </a:p>
      </dsp:txBody>
      <dsp:txXfrm rot="-5400000">
        <a:off x="3785615" y="3447347"/>
        <a:ext cx="6689078" cy="756160"/>
      </dsp:txXfrm>
    </dsp:sp>
    <dsp:sp modelId="{5AC12D39-46A5-43CA-862F-3A9068F1EFB9}">
      <dsp:nvSpPr>
        <dsp:cNvPr id="0" name=""/>
        <dsp:cNvSpPr/>
      </dsp:nvSpPr>
      <dsp:spPr>
        <a:xfrm>
          <a:off x="0" y="3301694"/>
          <a:ext cx="3785616" cy="104746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/>
            <a:t>Separates admin and user responsibilities</a:t>
          </a:r>
          <a:endParaRPr lang="en-US" sz="2700" kern="1200" dirty="0"/>
        </a:p>
      </dsp:txBody>
      <dsp:txXfrm>
        <a:off x="51133" y="3352827"/>
        <a:ext cx="3683350" cy="9451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B3BE74-BF46-4422-B817-BF7E1DD05213}">
      <dsp:nvSpPr>
        <dsp:cNvPr id="0" name=""/>
        <dsp:cNvSpPr/>
      </dsp:nvSpPr>
      <dsp:spPr>
        <a:xfrm>
          <a:off x="1965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C#</a:t>
          </a:r>
        </a:p>
      </dsp:txBody>
      <dsp:txXfrm>
        <a:off x="35053" y="736621"/>
        <a:ext cx="2193210" cy="1063517"/>
      </dsp:txXfrm>
    </dsp:sp>
    <dsp:sp modelId="{808AC476-079E-4D00-A139-9FF78E5ADA89}">
      <dsp:nvSpPr>
        <dsp:cNvPr id="0" name=""/>
        <dsp:cNvSpPr/>
      </dsp:nvSpPr>
      <dsp:spPr>
        <a:xfrm>
          <a:off x="227904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39C9BE-3760-4C4A-A019-6BFCD9E51EC8}">
      <dsp:nvSpPr>
        <dsp:cNvPr id="0" name=""/>
        <dsp:cNvSpPr/>
      </dsp:nvSpPr>
      <dsp:spPr>
        <a:xfrm>
          <a:off x="453843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Core coding language for application, built with OOP principles</a:t>
          </a:r>
        </a:p>
      </dsp:txBody>
      <dsp:txXfrm>
        <a:off x="486931" y="2148737"/>
        <a:ext cx="1741333" cy="1063517"/>
      </dsp:txXfrm>
    </dsp:sp>
    <dsp:sp modelId="{CB30F8F8-98B0-4954-BFDC-D811ABEF5780}">
      <dsp:nvSpPr>
        <dsp:cNvPr id="0" name=""/>
        <dsp:cNvSpPr/>
      </dsp:nvSpPr>
      <dsp:spPr>
        <a:xfrm>
          <a:off x="2826198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SQL Server</a:t>
          </a:r>
        </a:p>
      </dsp:txBody>
      <dsp:txXfrm>
        <a:off x="2859286" y="736621"/>
        <a:ext cx="2193210" cy="1063517"/>
      </dsp:txXfrm>
    </dsp:sp>
    <dsp:sp modelId="{3A1C4C5D-B0A2-48B8-80D3-A9598105075F}">
      <dsp:nvSpPr>
        <dsp:cNvPr id="0" name=""/>
        <dsp:cNvSpPr/>
      </dsp:nvSpPr>
      <dsp:spPr>
        <a:xfrm>
          <a:off x="3052137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D8923-95E9-4F5A-817B-3F9159EFB3EF}">
      <dsp:nvSpPr>
        <dsp:cNvPr id="0" name=""/>
        <dsp:cNvSpPr/>
      </dsp:nvSpPr>
      <dsp:spPr>
        <a:xfrm>
          <a:off x="3278076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Database </a:t>
          </a:r>
          <a:r>
            <a:rPr lang="en-US" sz="1500" kern="1200"/>
            <a:t>used for all </a:t>
          </a:r>
          <a:r>
            <a:rPr lang="en-US" sz="1500" kern="1200" dirty="0"/>
            <a:t>data</a:t>
          </a:r>
        </a:p>
      </dsp:txBody>
      <dsp:txXfrm>
        <a:off x="3311164" y="2148737"/>
        <a:ext cx="1741333" cy="1063517"/>
      </dsp:txXfrm>
    </dsp:sp>
    <dsp:sp modelId="{281E7689-DB65-46BE-8AC5-A0F5777B013A}">
      <dsp:nvSpPr>
        <dsp:cNvPr id="0" name=""/>
        <dsp:cNvSpPr/>
      </dsp:nvSpPr>
      <dsp:spPr>
        <a:xfrm>
          <a:off x="5650431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EF Core</a:t>
          </a:r>
        </a:p>
      </dsp:txBody>
      <dsp:txXfrm>
        <a:off x="5683519" y="736621"/>
        <a:ext cx="2193210" cy="1063517"/>
      </dsp:txXfrm>
    </dsp:sp>
    <dsp:sp modelId="{C0B91EA5-5843-417B-AFE2-DD1DDCCAD8F7}">
      <dsp:nvSpPr>
        <dsp:cNvPr id="0" name=""/>
        <dsp:cNvSpPr/>
      </dsp:nvSpPr>
      <dsp:spPr>
        <a:xfrm>
          <a:off x="5876370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B8D359-6200-4164-835B-5B531A03A3C5}">
      <dsp:nvSpPr>
        <dsp:cNvPr id="0" name=""/>
        <dsp:cNvSpPr/>
      </dsp:nvSpPr>
      <dsp:spPr>
        <a:xfrm>
          <a:off x="6102309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DB-first approach ORM connecting C# to SQL Server</a:t>
          </a:r>
        </a:p>
      </dsp:txBody>
      <dsp:txXfrm>
        <a:off x="6135397" y="2148737"/>
        <a:ext cx="1741333" cy="1063517"/>
      </dsp:txXfrm>
    </dsp:sp>
    <dsp:sp modelId="{E3DD2F14-AAAF-4D97-968B-AD4EFCF7638E}">
      <dsp:nvSpPr>
        <dsp:cNvPr id="0" name=""/>
        <dsp:cNvSpPr/>
      </dsp:nvSpPr>
      <dsp:spPr>
        <a:xfrm>
          <a:off x="8474664" y="703533"/>
          <a:ext cx="2259386" cy="112969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.NET 10</a:t>
          </a:r>
        </a:p>
      </dsp:txBody>
      <dsp:txXfrm>
        <a:off x="8507752" y="736621"/>
        <a:ext cx="2193210" cy="1063517"/>
      </dsp:txXfrm>
    </dsp:sp>
    <dsp:sp modelId="{C55C032A-C632-4F71-A431-A07F5667EB6A}">
      <dsp:nvSpPr>
        <dsp:cNvPr id="0" name=""/>
        <dsp:cNvSpPr/>
      </dsp:nvSpPr>
      <dsp:spPr>
        <a:xfrm>
          <a:off x="8700603" y="1833226"/>
          <a:ext cx="225938" cy="8472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7269"/>
              </a:lnTo>
              <a:lnTo>
                <a:pt x="225938" y="847269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D68C7D-3214-46AA-AF55-0F573E3EA3A4}">
      <dsp:nvSpPr>
        <dsp:cNvPr id="0" name=""/>
        <dsp:cNvSpPr/>
      </dsp:nvSpPr>
      <dsp:spPr>
        <a:xfrm>
          <a:off x="8926542" y="2115649"/>
          <a:ext cx="1807509" cy="112969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Runtime and </a:t>
          </a:r>
          <a:r>
            <a:rPr lang="en-US" sz="1500" kern="1200"/>
            <a:t>framework for application</a:t>
          </a:r>
          <a:endParaRPr lang="en-US" sz="1500" kern="1200" dirty="0"/>
        </a:p>
      </dsp:txBody>
      <dsp:txXfrm>
        <a:off x="8959630" y="2148737"/>
        <a:ext cx="1741333" cy="10635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4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7C8ED-B7A5-28FB-8DDC-D6AEEFC559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0E7E4-66F1-F8E6-C432-DEF6A794A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E0640-6251-0ED8-18DD-0A736E6F9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6A5AC-C189-8D75-188A-3436C2961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9CF92-63BF-710C-CEAF-19F4B88A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655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8FF0F-3E71-ECB8-B733-B4E49E86E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2BE07-6ABC-E3DE-4D21-A6046262A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4F065-2F97-83BA-1A30-D573AFAB7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9F63C-3624-D2D9-B90B-D03DF183A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893441-ACF0-DA4B-E066-97E900C93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489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64E7F-47FB-0AAB-4E31-54FC62FD3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7155CA-5212-B801-ADD3-64673123A3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25335-34E5-39F1-03CC-2009D554A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5E9EC-CD06-712D-66C8-70716F13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77B7D-4094-F621-F6A1-D6FA32A2F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714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4F45D-A458-90E8-2489-368B35BC4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59856-1766-FC98-66D8-17241B2D7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5683D-1BC1-EA28-CB8E-68F91B8687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1859E8-EF83-52EF-98B3-147AE8DC1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C92FE-64DE-7542-209B-7607F6597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B43F1D-6D8E-DD5E-2DA7-DCF02A0F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807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47CDA-E457-997B-A193-ADE435BE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61FAF-09D3-1544-76AD-0A4AB5C5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8B487-773A-6BD0-36A2-E0AC2CF4ED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300BF-6680-E86B-573F-23940C749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6746FF-5E60-564D-69C4-7BCFA1F923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87FED9-6120-F169-3E50-6AA7B522A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4970A4-41F9-C7DB-68A5-CCA5D03C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5A27D2-F029-CF94-3EFF-EA9DCE584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984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EBE97-36CE-36F9-E98F-99E2E57E3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997EDF-F6D2-0980-9D59-FDAC4113D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AA666-89A9-1CA8-B14B-881FE7168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1BC08B-7EF1-A93D-ED70-EB59DE60B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3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58CC0B-AAE7-B87F-539A-BA5B6D5FE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5B6FA2-C00E-8ADD-21FB-10A79AC14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5B68-3491-DCDC-4E54-C71DC19CF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21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D93EF-9717-EA4D-F706-43EAE060F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D53FC-2A42-8F39-18E9-3D62B4CF8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C6C547-BCB1-B323-48AB-E343DB78A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FC479-4CAB-E612-B148-838A680E9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B05F1-A8B4-FB9C-730D-D8CBB7459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6DE939-C7FC-5942-08B9-45F6F54C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781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09108-1920-A2F2-D942-93FC26082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239C1-0A21-51C9-2FBD-0C28BC6318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00729-1A27-F9FB-E059-FF6A69F1EA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1104D7-57BB-B3DE-F626-496C1C2B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062FB-54FC-5BDD-1A01-19963B5B1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1BF6F-9F3C-C954-A23A-01FC96F0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701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15A37-65E6-617F-6196-D60747F32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F14F5-928D-CF0E-E08B-6616C86695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BB940-6938-9251-A20E-E7BF867AB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8FB05-9FFE-1305-82EB-DCB204A86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16741-9376-C3A6-68B6-EB4CA6AD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47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636910-8C8D-8170-D9CA-20A1AC668B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935CC9-5B1F-AECD-DD54-72E5192CB8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98599-9AC9-2797-E471-F5262C0AD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67A74-7CD8-684C-E1C9-643926A78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D2147-284F-E019-C2CC-41144E4C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2933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842852-3CDE-22AD-D5F0-AAF8279A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9536"/>
            <a:ext cx="9546336" cy="3675885"/>
          </a:xfrm>
        </p:spPr>
        <p:txBody>
          <a:bodyPr anchor="t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E2A7A0-B9EE-41A8-8016-28E5803F20B2}" type="datetime1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0218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9EE75-5459-9A62-3F60-BB8B9554E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BFB1E-AEE2-2CCB-882E-40CB5D2AA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84F0E-3B09-36EA-CA9A-E67E18DED6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4DEF5-8833-4B8D-B0EC-67BD3EB2331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B458F-ED10-52F4-54AC-5AA2307E92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FAB48-6D01-2B74-9443-1F4C7954D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56ECF-A159-4DF8-B73E-DFD9E9B8D1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90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  <p:sldLayoutId id="214748384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20781B-E6B8-ECD9-66E9-0DA0096B6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1" y="1008993"/>
            <a:ext cx="9231410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1- Banking Application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187A3-4C1C-146D-6EFE-14F5504A8E1E}"/>
              </a:ext>
            </a:extLst>
          </p:cNvPr>
          <p:cNvSpPr txBox="1"/>
          <p:nvPr/>
        </p:nvSpPr>
        <p:spPr>
          <a:xfrm>
            <a:off x="1285241" y="4582814"/>
            <a:ext cx="7132335" cy="13126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By: Khalon Rodney</a:t>
            </a:r>
          </a:p>
        </p:txBody>
      </p:sp>
    </p:spTree>
    <p:extLst>
      <p:ext uri="{BB962C8B-B14F-4D97-AF65-F5344CB8AC3E}">
        <p14:creationId xmlns:p14="http://schemas.microsoft.com/office/powerpoint/2010/main" val="276192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956CE63-1356-CA76-FFC1-ED6EF1E5F2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248" r="44377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1B8872-421E-808B-7C4D-E1701F257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854A6-D0B4-95FD-98C6-9CE8CE1E8DA7}"/>
              </a:ext>
            </a:extLst>
          </p:cNvPr>
          <p:cNvSpPr txBox="1"/>
          <p:nvPr/>
        </p:nvSpPr>
        <p:spPr>
          <a:xfrm>
            <a:off x="5410197" y="2285999"/>
            <a:ext cx="6838510" cy="45720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fully functional 3-tier architecture banking console application built using object-oriented design and a real relational database. Designed to simulate banking operations for customers and admins.</a:t>
            </a:r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Built with C#</a:t>
            </a:r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SQL Server backend via EF Core</a:t>
            </a:r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3-tier architecture: Console UI, Class Library and Database</a:t>
            </a:r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Full Admin and Customer workflow</a:t>
            </a:r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91440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31892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1C0A64-DB79-A1EF-8B2A-E6A77878719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7680" b="805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EE45EC-6E99-9CC4-D95E-2C0BCF32F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/>
              <a:t>Problems It Solves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5765C5E3-DB2A-5E81-DD64-919B4C5420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745911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5628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3E97-979B-85DC-5558-426DA8956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Technology Stack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A55F926A-368B-252F-646A-EB5F0EE196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445128"/>
              </p:ext>
            </p:extLst>
          </p:nvPr>
        </p:nvGraphicFramePr>
        <p:xfrm>
          <a:off x="838200" y="2228087"/>
          <a:ext cx="10736017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7526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66116-E25E-23C3-344E-884EFB36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425348" cy="951221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Features</a:t>
            </a:r>
          </a:p>
        </p:txBody>
      </p:sp>
    </p:spTree>
    <p:extLst>
      <p:ext uri="{BB962C8B-B14F-4D97-AF65-F5344CB8AC3E}">
        <p14:creationId xmlns:p14="http://schemas.microsoft.com/office/powerpoint/2010/main" val="2021495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9E4E6-D47C-7FCA-91D4-2A741E916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272242" cy="840757"/>
          </a:xfrm>
        </p:spPr>
        <p:txBody>
          <a:bodyPr>
            <a:normAutofit fontScale="90000"/>
          </a:bodyPr>
          <a:lstStyle/>
          <a:p>
            <a:r>
              <a:rPr lang="en-US" dirty="0"/>
              <a:t>Future Enhancements</a:t>
            </a:r>
          </a:p>
        </p:txBody>
      </p:sp>
    </p:spTree>
    <p:extLst>
      <p:ext uri="{BB962C8B-B14F-4D97-AF65-F5344CB8AC3E}">
        <p14:creationId xmlns:p14="http://schemas.microsoft.com/office/powerpoint/2010/main" val="1753815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AB18E-E7C6-CA4D-EEBC-D22C3019E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351705" cy="926674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48404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3777-9D13-FBFB-16EF-ECDD1C6B5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832" y="1591057"/>
            <a:ext cx="9546336" cy="3675885"/>
          </a:xfrm>
        </p:spPr>
        <p:txBody>
          <a:bodyPr/>
          <a:lstStyle/>
          <a:p>
            <a:pPr algn="ctr"/>
            <a:br>
              <a:rPr lang="en-US" dirty="0"/>
            </a:br>
            <a:r>
              <a:rPr lang="en-US" dirty="0"/>
              <a:t>Thank You! Questions?</a:t>
            </a:r>
          </a:p>
        </p:txBody>
      </p:sp>
    </p:spTree>
    <p:extLst>
      <p:ext uri="{BB962C8B-B14F-4D97-AF65-F5344CB8AC3E}">
        <p14:creationId xmlns:p14="http://schemas.microsoft.com/office/powerpoint/2010/main" val="3677145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1159</TotalTime>
  <Words>185</Words>
  <Application>Microsoft Office PowerPoint</Application>
  <PresentationFormat>Widescreen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Project 1- Banking Application</vt:lpstr>
      <vt:lpstr>Project Overview</vt:lpstr>
      <vt:lpstr>Problems It Solves</vt:lpstr>
      <vt:lpstr>Technology Stack</vt:lpstr>
      <vt:lpstr>Application Features</vt:lpstr>
      <vt:lpstr>Future Enhancements</vt:lpstr>
      <vt:lpstr>Demo</vt:lpstr>
      <vt:lpstr> Thank You!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Khalon Rodney</dc:creator>
  <cp:lastModifiedBy>Khalon Rodney</cp:lastModifiedBy>
  <cp:revision>2</cp:revision>
  <dcterms:created xsi:type="dcterms:W3CDTF">2026-09-23T02:34:31Z</dcterms:created>
  <dcterms:modified xsi:type="dcterms:W3CDTF">2026-09-25T03:15:22Z</dcterms:modified>
</cp:coreProperties>
</file>