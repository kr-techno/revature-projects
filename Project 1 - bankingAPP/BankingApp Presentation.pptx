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9"/>
  </p:notesMasterIdLst>
  <p:sldIdLst>
    <p:sldId id="256" r:id="rId2"/>
    <p:sldId id="257" r:id="rId3"/>
    <p:sldId id="260" r:id="rId4"/>
    <p:sldId id="259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ACCFA-BF28-407F-9FAD-12DF83090C10}" v="50" dt="2026-09-25T20:06:03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on Rodney" userId="4f27803adad79339" providerId="LiveId" clId="{A02A73CA-AD03-4032-B1B6-1CECF09FFE76}"/>
    <pc:docChg chg="undo redo custSel addSld delSld modSld sldOrd">
      <pc:chgData name="Khalon Rodney" userId="4f27803adad79339" providerId="LiveId" clId="{A02A73CA-AD03-4032-B1B6-1CECF09FFE76}" dt="2026-09-25T20:16:47.932" v="5682" actId="20577"/>
      <pc:docMkLst>
        <pc:docMk/>
      </pc:docMkLst>
      <pc:sldChg chg="modSp">
        <pc:chgData name="Khalon Rodney" userId="4f27803adad79339" providerId="LiveId" clId="{A02A73CA-AD03-4032-B1B6-1CECF09FFE76}" dt="2026-09-25T03:14:57.238" v="1765" actId="20577"/>
        <pc:sldMkLst>
          <pc:docMk/>
          <pc:sldMk cId="276192844" sldId="256"/>
        </pc:sldMkLst>
        <pc:spChg chg="mod">
          <ac:chgData name="Khalon Rodney" userId="4f27803adad79339" providerId="LiveId" clId="{A02A73CA-AD03-4032-B1B6-1CECF09FFE76}" dt="2026-09-25T03:14:57.238" v="1765" actId="20577"/>
          <ac:spMkLst>
            <pc:docMk/>
            <pc:sldMk cId="276192844" sldId="256"/>
            <ac:spMk id="2" creationId="{6020781B-E6B8-ECD9-66E9-0DA0096B6949}"/>
          </ac:spMkLst>
        </pc:spChg>
      </pc:sldChg>
      <pc:sldChg chg="addSp delSp modSp mod setBg">
        <pc:chgData name="Khalon Rodney" userId="4f27803adad79339" providerId="LiveId" clId="{A02A73CA-AD03-4032-B1B6-1CECF09FFE76}" dt="2026-09-25T16:33:45.095" v="5562" actId="20577"/>
        <pc:sldMkLst>
          <pc:docMk/>
          <pc:sldMk cId="1931892355" sldId="257"/>
        </pc:sldMkLst>
        <pc:spChg chg="mod">
          <ac:chgData name="Khalon Rodney" userId="4f27803adad79339" providerId="LiveId" clId="{A02A73CA-AD03-4032-B1B6-1CECF09FFE76}" dt="2026-09-25T03:14:25.906" v="1743" actId="26606"/>
          <ac:spMkLst>
            <pc:docMk/>
            <pc:sldMk cId="1931892355" sldId="257"/>
            <ac:spMk id="2" creationId="{3F1B8872-421E-808B-7C4D-E1701F257102}"/>
          </ac:spMkLst>
        </pc:spChg>
        <pc:spChg chg="mod">
          <ac:chgData name="Khalon Rodney" userId="4f27803adad79339" providerId="LiveId" clId="{A02A73CA-AD03-4032-B1B6-1CECF09FFE76}" dt="2026-09-25T16:33:45.095" v="5562" actId="20577"/>
          <ac:spMkLst>
            <pc:docMk/>
            <pc:sldMk cId="1931892355" sldId="257"/>
            <ac:spMk id="3" creationId="{8DA854A6-D0B4-95FD-98C6-9CE8CE1E8DA7}"/>
          </ac:spMkLst>
        </pc:spChg>
        <pc:spChg chg="add del">
          <ac:chgData name="Khalon Rodney" userId="4f27803adad79339" providerId="LiveId" clId="{A02A73CA-AD03-4032-B1B6-1CECF09FFE76}" dt="2026-09-25T03:14:25.906" v="1743" actId="26606"/>
          <ac:spMkLst>
            <pc:docMk/>
            <pc:sldMk cId="1931892355" sldId="257"/>
            <ac:spMk id="35" creationId="{743AA782-23D1-4521-8CAD-47662984AA08}"/>
          </ac:spMkLst>
        </pc:spChg>
        <pc:spChg chg="add del">
          <ac:chgData name="Khalon Rodney" userId="4f27803adad79339" providerId="LiveId" clId="{A02A73CA-AD03-4032-B1B6-1CECF09FFE76}" dt="2026-09-25T03:14:25.906" v="1743" actId="26606"/>
          <ac:spMkLst>
            <pc:docMk/>
            <pc:sldMk cId="1931892355" sldId="257"/>
            <ac:spMk id="36" creationId="{650D18FE-0824-4A46-B22C-A86B52E5780A}"/>
          </ac:spMkLst>
        </pc:spChg>
        <pc:spChg chg="add">
          <ac:chgData name="Khalon Rodney" userId="4f27803adad79339" providerId="LiveId" clId="{A02A73CA-AD03-4032-B1B6-1CECF09FFE76}" dt="2026-09-25T03:14:25.906" v="1743" actId="26606"/>
          <ac:spMkLst>
            <pc:docMk/>
            <pc:sldMk cId="1931892355" sldId="257"/>
            <ac:spMk id="42" creationId="{3ECBE1F1-D69B-4AFA-ABD5-8E41720EF6DE}"/>
          </ac:spMkLst>
        </pc:spChg>
        <pc:spChg chg="add">
          <ac:chgData name="Khalon Rodney" userId="4f27803adad79339" providerId="LiveId" clId="{A02A73CA-AD03-4032-B1B6-1CECF09FFE76}" dt="2026-09-25T03:14:25.906" v="1743" actId="26606"/>
          <ac:spMkLst>
            <pc:docMk/>
            <pc:sldMk cId="1931892355" sldId="257"/>
            <ac:spMk id="44" creationId="{603A6265-E10C-4B85-9C20-E75FCAF9CC63}"/>
          </ac:spMkLst>
        </pc:spChg>
        <pc:picChg chg="add del mod">
          <ac:chgData name="Khalon Rodney" userId="4f27803adad79339" providerId="LiveId" clId="{A02A73CA-AD03-4032-B1B6-1CECF09FFE76}" dt="2026-09-25T03:14:17.021" v="1742" actId="478"/>
          <ac:picMkLst>
            <pc:docMk/>
            <pc:sldMk cId="1931892355" sldId="257"/>
            <ac:picMk id="5" creationId="{F7A51163-A173-4C99-0C76-B8371B95C557}"/>
          </ac:picMkLst>
        </pc:picChg>
        <pc:picChg chg="add">
          <ac:chgData name="Khalon Rodney" userId="4f27803adad79339" providerId="LiveId" clId="{A02A73CA-AD03-4032-B1B6-1CECF09FFE76}" dt="2026-09-25T03:14:25.906" v="1743" actId="26606"/>
          <ac:picMkLst>
            <pc:docMk/>
            <pc:sldMk cId="1931892355" sldId="257"/>
            <ac:picMk id="38" creationId="{5956CE63-1356-CA76-FFC1-ED6EF1E5F211}"/>
          </ac:picMkLst>
        </pc:picChg>
      </pc:sldChg>
      <pc:sldChg chg="addSp delSp modSp new del mod setBg">
        <pc:chgData name="Khalon Rodney" userId="4f27803adad79339" providerId="LiveId" clId="{A02A73CA-AD03-4032-B1B6-1CECF09FFE76}" dt="2026-09-25T03:35:51.150" v="1796" actId="47"/>
        <pc:sldMkLst>
          <pc:docMk/>
          <pc:sldMk cId="3045628465" sldId="258"/>
        </pc:sldMkLst>
        <pc:spChg chg="mod">
          <ac:chgData name="Khalon Rodney" userId="4f27803adad79339" providerId="LiveId" clId="{A02A73CA-AD03-4032-B1B6-1CECF09FFE76}" dt="2026-09-24T03:51:03.932" v="1267" actId="26606"/>
          <ac:spMkLst>
            <pc:docMk/>
            <pc:sldMk cId="3045628465" sldId="258"/>
            <ac:spMk id="2" creationId="{CAEE45EC-6E99-9CC4-D95E-2C0BCF32FD04}"/>
          </ac:spMkLst>
        </pc:spChg>
        <pc:spChg chg="add del mod">
          <ac:chgData name="Khalon Rodney" userId="4f27803adad79339" providerId="LiveId" clId="{A02A73CA-AD03-4032-B1B6-1CECF09FFE76}" dt="2026-09-24T03:51:03.932" v="1267" actId="26606"/>
          <ac:spMkLst>
            <pc:docMk/>
            <pc:sldMk cId="3045628465" sldId="258"/>
            <ac:spMk id="3" creationId="{8CDF614C-F6A3-FAD4-2136-A8A923920797}"/>
          </ac:spMkLst>
        </pc:spChg>
        <pc:spChg chg="add">
          <ac:chgData name="Khalon Rodney" userId="4f27803adad79339" providerId="LiveId" clId="{A02A73CA-AD03-4032-B1B6-1CECF09FFE76}" dt="2026-09-24T03:51:03.932" v="1267" actId="26606"/>
          <ac:spMkLst>
            <pc:docMk/>
            <pc:sldMk cId="3045628465" sldId="258"/>
            <ac:spMk id="10" creationId="{B50AB553-2A96-4A92-96F2-93548E096954}"/>
          </ac:spMkLst>
        </pc:spChg>
        <pc:graphicFrameChg chg="add modGraphic">
          <ac:chgData name="Khalon Rodney" userId="4f27803adad79339" providerId="LiveId" clId="{A02A73CA-AD03-4032-B1B6-1CECF09FFE76}" dt="2026-09-24T03:52:45.038" v="1378" actId="20577"/>
          <ac:graphicFrameMkLst>
            <pc:docMk/>
            <pc:sldMk cId="3045628465" sldId="258"/>
            <ac:graphicFrameMk id="5" creationId="{5765C5E3-DB2A-5E81-DD64-919B4C54207A}"/>
          </ac:graphicFrameMkLst>
        </pc:graphicFrameChg>
        <pc:picChg chg="add">
          <ac:chgData name="Khalon Rodney" userId="4f27803adad79339" providerId="LiveId" clId="{A02A73CA-AD03-4032-B1B6-1CECF09FFE76}" dt="2026-09-24T03:51:03.932" v="1267" actId="26606"/>
          <ac:picMkLst>
            <pc:docMk/>
            <pc:sldMk cId="3045628465" sldId="258"/>
            <ac:picMk id="6" creationId="{7C1C0A64-DB79-A1EF-8B2A-E6A778787196}"/>
          </ac:picMkLst>
        </pc:picChg>
      </pc:sldChg>
      <pc:sldChg chg="addSp delSp modSp new mod ord setBg modNotesTx">
        <pc:chgData name="Khalon Rodney" userId="4f27803adad79339" providerId="LiveId" clId="{A02A73CA-AD03-4032-B1B6-1CECF09FFE76}" dt="2026-09-25T20:16:47.932" v="5682" actId="20577"/>
        <pc:sldMkLst>
          <pc:docMk/>
          <pc:sldMk cId="97526211" sldId="259"/>
        </pc:sldMkLst>
        <pc:spChg chg="mod">
          <ac:chgData name="Khalon Rodney" userId="4f27803adad79339" providerId="LiveId" clId="{A02A73CA-AD03-4032-B1B6-1CECF09FFE76}" dt="2026-09-25T16:23:57.884" v="5534" actId="26606"/>
          <ac:spMkLst>
            <pc:docMk/>
            <pc:sldMk cId="97526211" sldId="259"/>
            <ac:spMk id="2" creationId="{FB053E97-979B-85DC-5558-426DA89565F2}"/>
          </ac:spMkLst>
        </pc:spChg>
        <pc:spChg chg="add del mod">
          <ac:chgData name="Khalon Rodney" userId="4f27803adad79339" providerId="LiveId" clId="{A02A73CA-AD03-4032-B1B6-1CECF09FFE76}" dt="2026-09-24T04:00:29.452" v="1452" actId="26606"/>
          <ac:spMkLst>
            <pc:docMk/>
            <pc:sldMk cId="97526211" sldId="259"/>
            <ac:spMk id="3" creationId="{4E254861-58E2-D483-D288-1874C8B813C5}"/>
          </ac:spMkLst>
        </pc:spChg>
        <pc:spChg chg="add del mod">
          <ac:chgData name="Khalon Rodney" userId="4f27803adad79339" providerId="LiveId" clId="{A02A73CA-AD03-4032-B1B6-1CECF09FFE76}" dt="2026-09-25T15:30:59.573" v="2625" actId="478"/>
          <ac:spMkLst>
            <pc:docMk/>
            <pc:sldMk cId="97526211" sldId="259"/>
            <ac:spMk id="3" creationId="{9A90130E-C51C-23A2-285D-EC099B735B24}"/>
          </ac:spMkLst>
        </pc:spChg>
        <pc:spChg chg="add del">
          <ac:chgData name="Khalon Rodney" userId="4f27803adad79339" providerId="LiveId" clId="{A02A73CA-AD03-4032-B1B6-1CECF09FFE76}" dt="2026-09-25T15:47:09.529" v="2733" actId="26606"/>
          <ac:spMkLst>
            <pc:docMk/>
            <pc:sldMk cId="97526211" sldId="259"/>
            <ac:spMk id="9" creationId="{35DB3719-6FDC-4E5D-891D-FF40B7300F64}"/>
          </ac:spMkLst>
        </pc:spChg>
        <pc:spChg chg="add del">
          <ac:chgData name="Khalon Rodney" userId="4f27803adad79339" providerId="LiveId" clId="{A02A73CA-AD03-4032-B1B6-1CECF09FFE76}" dt="2026-09-25T15:47:09.529" v="2733" actId="26606"/>
          <ac:spMkLst>
            <pc:docMk/>
            <pc:sldMk cId="97526211" sldId="259"/>
            <ac:spMk id="11" creationId="{E0CBAC23-2E3F-4A90-BA59-F8299F6A5439}"/>
          </ac:spMkLst>
        </pc:spChg>
        <pc:spChg chg="add del">
          <ac:chgData name="Khalon Rodney" userId="4f27803adad79339" providerId="LiveId" clId="{A02A73CA-AD03-4032-B1B6-1CECF09FFE76}" dt="2026-09-25T16:23:09.693" v="5524" actId="26606"/>
          <ac:spMkLst>
            <pc:docMk/>
            <pc:sldMk cId="97526211" sldId="259"/>
            <ac:spMk id="13" creationId="{53B021B3-DE93-4AB7-8A18-CF5F1CED88B8}"/>
          </ac:spMkLst>
        </pc:spChg>
        <pc:spChg chg="add del">
          <ac:chgData name="Khalon Rodney" userId="4f27803adad79339" providerId="LiveId" clId="{A02A73CA-AD03-4032-B1B6-1CECF09FFE76}" dt="2026-09-25T16:23:09.693" v="5524" actId="26606"/>
          <ac:spMkLst>
            <pc:docMk/>
            <pc:sldMk cId="97526211" sldId="259"/>
            <ac:spMk id="14" creationId="{52D502E5-F6B4-4D58-B4AE-FC466FF15EE8}"/>
          </ac:spMkLst>
        </pc:spChg>
        <pc:spChg chg="add del">
          <ac:chgData name="Khalon Rodney" userId="4f27803adad79339" providerId="LiveId" clId="{A02A73CA-AD03-4032-B1B6-1CECF09FFE76}" dt="2026-09-25T15:46:57.263" v="2732" actId="26606"/>
          <ac:spMkLst>
            <pc:docMk/>
            <pc:sldMk cId="97526211" sldId="259"/>
            <ac:spMk id="16" creationId="{2659FDB4-FCBE-4A89-B46D-43D4FA54464D}"/>
          </ac:spMkLst>
        </pc:spChg>
        <pc:spChg chg="add del">
          <ac:chgData name="Khalon Rodney" userId="4f27803adad79339" providerId="LiveId" clId="{A02A73CA-AD03-4032-B1B6-1CECF09FFE76}" dt="2026-09-25T16:23:09.693" v="5524" actId="26606"/>
          <ac:spMkLst>
            <pc:docMk/>
            <pc:sldMk cId="97526211" sldId="259"/>
            <ac:spMk id="20" creationId="{9DECDBF4-02B6-4BB4-B65B-B8107AD6A9E8}"/>
          </ac:spMkLst>
        </pc:spChg>
        <pc:spChg chg="add del">
          <ac:chgData name="Khalon Rodney" userId="4f27803adad79339" providerId="LiveId" clId="{A02A73CA-AD03-4032-B1B6-1CECF09FFE76}" dt="2026-09-25T16:23:09.668" v="5523" actId="26606"/>
          <ac:spMkLst>
            <pc:docMk/>
            <pc:sldMk cId="97526211" sldId="259"/>
            <ac:spMk id="25" creationId="{D1942232-83D0-49E2-AF9B-1F97E3C1EF8E}"/>
          </ac:spMkLst>
        </pc:spChg>
        <pc:spChg chg="add del">
          <ac:chgData name="Khalon Rodney" userId="4f27803adad79339" providerId="LiveId" clId="{A02A73CA-AD03-4032-B1B6-1CECF09FFE76}" dt="2026-09-25T16:23:09.668" v="5523" actId="26606"/>
          <ac:spMkLst>
            <pc:docMk/>
            <pc:sldMk cId="97526211" sldId="259"/>
            <ac:spMk id="27" creationId="{E9E70D72-6E23-4015-A4A6-85C120C19167}"/>
          </ac:spMkLst>
        </pc:spChg>
        <pc:spChg chg="add del">
          <ac:chgData name="Khalon Rodney" userId="4f27803adad79339" providerId="LiveId" clId="{A02A73CA-AD03-4032-B1B6-1CECF09FFE76}" dt="2026-09-25T16:23:46.443" v="5532" actId="26606"/>
          <ac:spMkLst>
            <pc:docMk/>
            <pc:sldMk cId="97526211" sldId="259"/>
            <ac:spMk id="41" creationId="{8D1AA55E-40D5-461B-A5A8-4AE8AAB71B08}"/>
          </ac:spMkLst>
        </pc:spChg>
        <pc:spChg chg="add del">
          <ac:chgData name="Khalon Rodney" userId="4f27803adad79339" providerId="LiveId" clId="{A02A73CA-AD03-4032-B1B6-1CECF09FFE76}" dt="2026-09-25T16:23:46.330" v="5531" actId="26606"/>
          <ac:spMkLst>
            <pc:docMk/>
            <pc:sldMk cId="97526211" sldId="259"/>
            <ac:spMk id="51" creationId="{8D1AA55E-40D5-461B-A5A8-4AE8AAB71B08}"/>
          </ac:spMkLst>
        </pc:spChg>
        <pc:spChg chg="add del">
          <ac:chgData name="Khalon Rodney" userId="4f27803adad79339" providerId="LiveId" clId="{A02A73CA-AD03-4032-B1B6-1CECF09FFE76}" dt="2026-09-25T16:23:57.884" v="5534" actId="26606"/>
          <ac:spMkLst>
            <pc:docMk/>
            <pc:sldMk cId="97526211" sldId="259"/>
            <ac:spMk id="60" creationId="{B6FACB3C-9069-4791-BC5C-0DB7CD19B853}"/>
          </ac:spMkLst>
        </pc:spChg>
        <pc:spChg chg="add del">
          <ac:chgData name="Khalon Rodney" userId="4f27803adad79339" providerId="LiveId" clId="{A02A73CA-AD03-4032-B1B6-1CECF09FFE76}" dt="2026-09-25T16:23:57.884" v="5534" actId="26606"/>
          <ac:spMkLst>
            <pc:docMk/>
            <pc:sldMk cId="97526211" sldId="259"/>
            <ac:spMk id="61" creationId="{71F2038E-D777-4B76-81DD-DD13EE91B9DD}"/>
          </ac:spMkLst>
        </pc:spChg>
        <pc:spChg chg="add">
          <ac:chgData name="Khalon Rodney" userId="4f27803adad79339" providerId="LiveId" clId="{A02A73CA-AD03-4032-B1B6-1CECF09FFE76}" dt="2026-09-25T16:23:57.884" v="5534" actId="26606"/>
          <ac:spMkLst>
            <pc:docMk/>
            <pc:sldMk cId="97526211" sldId="259"/>
            <ac:spMk id="70" creationId="{32AEEBC8-9D30-42EF-95F2-386C2653FBF0}"/>
          </ac:spMkLst>
        </pc:spChg>
        <pc:spChg chg="add">
          <ac:chgData name="Khalon Rodney" userId="4f27803adad79339" providerId="LiveId" clId="{A02A73CA-AD03-4032-B1B6-1CECF09FFE76}" dt="2026-09-25T16:23:57.884" v="5534" actId="26606"/>
          <ac:spMkLst>
            <pc:docMk/>
            <pc:sldMk cId="97526211" sldId="259"/>
            <ac:spMk id="72" creationId="{2E92FA66-67D7-4CB4-94D3-E643A9AD4757}"/>
          </ac:spMkLst>
        </pc:spChg>
        <pc:grpChg chg="add del">
          <ac:chgData name="Khalon Rodney" userId="4f27803adad79339" providerId="LiveId" clId="{A02A73CA-AD03-4032-B1B6-1CECF09FFE76}" dt="2026-09-25T16:23:09.668" v="5523" actId="26606"/>
          <ac:grpSpMkLst>
            <pc:docMk/>
            <pc:sldMk cId="97526211" sldId="259"/>
            <ac:grpSpMk id="29" creationId="{C28A977F-B603-4D81-B0FC-C8DE048A7931}"/>
          </ac:grpSpMkLst>
        </pc:grpChg>
        <pc:grpChg chg="add del">
          <ac:chgData name="Khalon Rodney" userId="4f27803adad79339" providerId="LiveId" clId="{A02A73CA-AD03-4032-B1B6-1CECF09FFE76}" dt="2026-09-25T16:23:09.668" v="5523" actId="26606"/>
          <ac:grpSpMkLst>
            <pc:docMk/>
            <pc:sldMk cId="97526211" sldId="259"/>
            <ac:grpSpMk id="35" creationId="{C78D9229-E61D-4FEE-8321-2F8B64A8CADF}"/>
          </ac:grpSpMkLst>
        </pc:grpChg>
        <pc:grpChg chg="add del">
          <ac:chgData name="Khalon Rodney" userId="4f27803adad79339" providerId="LiveId" clId="{A02A73CA-AD03-4032-B1B6-1CECF09FFE76}" dt="2026-09-25T16:23:46.443" v="5532" actId="26606"/>
          <ac:grpSpMkLst>
            <pc:docMk/>
            <pc:sldMk cId="97526211" sldId="259"/>
            <ac:grpSpMk id="43" creationId="{34F88D19-C269-4F98-BE6B-CFB6207D3669}"/>
          </ac:grpSpMkLst>
        </pc:grpChg>
        <pc:grpChg chg="add del">
          <ac:chgData name="Khalon Rodney" userId="4f27803adad79339" providerId="LiveId" clId="{A02A73CA-AD03-4032-B1B6-1CECF09FFE76}" dt="2026-09-25T16:23:46.330" v="5531" actId="26606"/>
          <ac:grpSpMkLst>
            <pc:docMk/>
            <pc:sldMk cId="97526211" sldId="259"/>
            <ac:grpSpMk id="55" creationId="{34F88D19-C269-4F98-BE6B-CFB6207D3669}"/>
          </ac:grpSpMkLst>
        </pc:grpChg>
        <pc:grpChg chg="add del">
          <ac:chgData name="Khalon Rodney" userId="4f27803adad79339" providerId="LiveId" clId="{A02A73CA-AD03-4032-B1B6-1CECF09FFE76}" dt="2026-09-25T16:23:57.884" v="5534" actId="26606"/>
          <ac:grpSpMkLst>
            <pc:docMk/>
            <pc:sldMk cId="97526211" sldId="259"/>
            <ac:grpSpMk id="62" creationId="{DD354807-230F-4402-B1B9-F733A8F1F190}"/>
          </ac:grpSpMkLst>
        </pc:grpChg>
        <pc:graphicFrameChg chg="add mod ord modGraphic">
          <ac:chgData name="Khalon Rodney" userId="4f27803adad79339" providerId="LiveId" clId="{A02A73CA-AD03-4032-B1B6-1CECF09FFE76}" dt="2026-09-25T16:25:12.208" v="5551" actId="255"/>
          <ac:graphicFrameMkLst>
            <pc:docMk/>
            <pc:sldMk cId="97526211" sldId="259"/>
            <ac:graphicFrameMk id="5" creationId="{A55F926A-368B-252F-646A-EB5F0EE19633}"/>
          </ac:graphicFrameMkLst>
        </pc:graphicFrameChg>
        <pc:picChg chg="add mod">
          <ac:chgData name="Khalon Rodney" userId="4f27803adad79339" providerId="LiveId" clId="{A02A73CA-AD03-4032-B1B6-1CECF09FFE76}" dt="2026-09-25T16:24:19.212" v="5539" actId="1076"/>
          <ac:picMkLst>
            <pc:docMk/>
            <pc:sldMk cId="97526211" sldId="259"/>
            <ac:picMk id="6" creationId="{06A10BF8-2BEB-24B5-CB51-8471A47E702B}"/>
          </ac:picMkLst>
        </pc:picChg>
        <pc:cxnChg chg="add del">
          <ac:chgData name="Khalon Rodney" userId="4f27803adad79339" providerId="LiveId" clId="{A02A73CA-AD03-4032-B1B6-1CECF09FFE76}" dt="2026-09-25T15:46:57.263" v="2732" actId="26606"/>
          <ac:cxnSpMkLst>
            <pc:docMk/>
            <pc:sldMk cId="97526211" sldId="259"/>
            <ac:cxnSpMk id="18" creationId="{C8F51B3F-8331-4E4A-AE96-D47B1006EEAD}"/>
          </ac:cxnSpMkLst>
        </pc:cxnChg>
        <pc:cxnChg chg="add del">
          <ac:chgData name="Khalon Rodney" userId="4f27803adad79339" providerId="LiveId" clId="{A02A73CA-AD03-4032-B1B6-1CECF09FFE76}" dt="2026-09-25T16:23:46.443" v="5532" actId="26606"/>
          <ac:cxnSpMkLst>
            <pc:docMk/>
            <pc:sldMk cId="97526211" sldId="259"/>
            <ac:cxnSpMk id="42" creationId="{C49DA8F6-BCC1-4447-B54C-57856834B94B}"/>
          </ac:cxnSpMkLst>
        </pc:cxnChg>
        <pc:cxnChg chg="add del">
          <ac:chgData name="Khalon Rodney" userId="4f27803adad79339" providerId="LiveId" clId="{A02A73CA-AD03-4032-B1B6-1CECF09FFE76}" dt="2026-09-25T16:23:46.330" v="5531" actId="26606"/>
          <ac:cxnSpMkLst>
            <pc:docMk/>
            <pc:sldMk cId="97526211" sldId="259"/>
            <ac:cxnSpMk id="53" creationId="{C49DA8F6-BCC1-4447-B54C-57856834B94B}"/>
          </ac:cxnSpMkLst>
        </pc:cxnChg>
      </pc:sldChg>
      <pc:sldChg chg="addSp delSp modSp new add del mod ord setBg">
        <pc:chgData name="Khalon Rodney" userId="4f27803adad79339" providerId="LiveId" clId="{A02A73CA-AD03-4032-B1B6-1CECF09FFE76}" dt="2026-09-25T19:57:33.712" v="5612" actId="47"/>
        <pc:sldMkLst>
          <pc:docMk/>
          <pc:sldMk cId="2021495692" sldId="260"/>
        </pc:sldMkLst>
        <pc:spChg chg="mod">
          <ac:chgData name="Khalon Rodney" userId="4f27803adad79339" providerId="LiveId" clId="{A02A73CA-AD03-4032-B1B6-1CECF09FFE76}" dt="2026-09-25T03:42:25.341" v="2139" actId="26606"/>
          <ac:spMkLst>
            <pc:docMk/>
            <pc:sldMk cId="2021495692" sldId="260"/>
            <ac:spMk id="2" creationId="{34366116-E25E-23C3-344E-884EFB36275A}"/>
          </ac:spMkLst>
        </pc:spChg>
        <pc:spChg chg="add del mod">
          <ac:chgData name="Khalon Rodney" userId="4f27803adad79339" providerId="LiveId" clId="{A02A73CA-AD03-4032-B1B6-1CECF09FFE76}" dt="2026-09-25T03:42:25.341" v="2139" actId="26606"/>
          <ac:spMkLst>
            <pc:docMk/>
            <pc:sldMk cId="2021495692" sldId="260"/>
            <ac:spMk id="3" creationId="{28B14C8C-B1F1-BBDF-2124-CAEA6C8BD6FB}"/>
          </ac:spMkLst>
        </pc:spChg>
        <pc:spChg chg="add del mod">
          <ac:chgData name="Khalon Rodney" userId="4f27803adad79339" providerId="LiveId" clId="{A02A73CA-AD03-4032-B1B6-1CECF09FFE76}" dt="2026-09-25T03:42:14.976" v="2135" actId="478"/>
          <ac:spMkLst>
            <pc:docMk/>
            <pc:sldMk cId="2021495692" sldId="260"/>
            <ac:spMk id="4" creationId="{E45C29C5-B82D-2820-B1C5-BD0F0E58D5F9}"/>
          </ac:spMkLst>
        </pc:spChg>
        <pc:spChg chg="add del">
          <ac:chgData name="Khalon Rodney" userId="4f27803adad79339" providerId="LiveId" clId="{A02A73CA-AD03-4032-B1B6-1CECF09FFE76}" dt="2026-09-25T03:43:55.068" v="2142" actId="26606"/>
          <ac:spMkLst>
            <pc:docMk/>
            <pc:sldMk cId="2021495692" sldId="260"/>
            <ac:spMk id="10" creationId="{B50AB553-2A96-4A92-96F2-93548E096954}"/>
          </ac:spMkLst>
        </pc:spChg>
        <pc:spChg chg="add">
          <ac:chgData name="Khalon Rodney" userId="4f27803adad79339" providerId="LiveId" clId="{A02A73CA-AD03-4032-B1B6-1CECF09FFE76}" dt="2026-09-25T03:43:55.068" v="2142" actId="26606"/>
          <ac:spMkLst>
            <pc:docMk/>
            <pc:sldMk cId="2021495692" sldId="260"/>
            <ac:spMk id="15" creationId="{B50AB553-2A96-4A92-96F2-93548E096954}"/>
          </ac:spMkLst>
        </pc:spChg>
        <pc:graphicFrameChg chg="add mod modGraphic">
          <ac:chgData name="Khalon Rodney" userId="4f27803adad79339" providerId="LiveId" clId="{A02A73CA-AD03-4032-B1B6-1CECF09FFE76}" dt="2026-09-25T03:44:07.301" v="2145" actId="20577"/>
          <ac:graphicFrameMkLst>
            <pc:docMk/>
            <pc:sldMk cId="2021495692" sldId="260"/>
            <ac:graphicFrameMk id="5" creationId="{0141A8BA-A36F-834A-0249-28488059DA1A}"/>
          </ac:graphicFrameMkLst>
        </pc:graphicFrameChg>
        <pc:picChg chg="add mod">
          <ac:chgData name="Khalon Rodney" userId="4f27803adad79339" providerId="LiveId" clId="{A02A73CA-AD03-4032-B1B6-1CECF09FFE76}" dt="2026-09-25T03:43:55.068" v="2142" actId="26606"/>
          <ac:picMkLst>
            <pc:docMk/>
            <pc:sldMk cId="2021495692" sldId="260"/>
            <ac:picMk id="6" creationId="{6087CA93-7E23-69F5-4E56-243948F70A9E}"/>
          </ac:picMkLst>
        </pc:picChg>
      </pc:sldChg>
      <pc:sldChg chg="addSp delSp modSp new mod ord setBg modNotesTx">
        <pc:chgData name="Khalon Rodney" userId="4f27803adad79339" providerId="LiveId" clId="{A02A73CA-AD03-4032-B1B6-1CECF09FFE76}" dt="2026-09-25T16:13:56.899" v="5407" actId="20577"/>
        <pc:sldMkLst>
          <pc:docMk/>
          <pc:sldMk cId="1753815046" sldId="261"/>
        </pc:sldMkLst>
        <pc:spChg chg="mod">
          <ac:chgData name="Khalon Rodney" userId="4f27803adad79339" providerId="LiveId" clId="{A02A73CA-AD03-4032-B1B6-1CECF09FFE76}" dt="2026-09-25T03:50:17.223" v="2541" actId="26606"/>
          <ac:spMkLst>
            <pc:docMk/>
            <pc:sldMk cId="1753815046" sldId="261"/>
            <ac:spMk id="2" creationId="{50C9E4E6-D47C-7FCA-91D4-2A741E916FC2}"/>
          </ac:spMkLst>
        </pc:spChg>
        <pc:spChg chg="add del mod">
          <ac:chgData name="Khalon Rodney" userId="4f27803adad79339" providerId="LiveId" clId="{A02A73CA-AD03-4032-B1B6-1CECF09FFE76}" dt="2026-09-25T03:50:17.223" v="2541" actId="26606"/>
          <ac:spMkLst>
            <pc:docMk/>
            <pc:sldMk cId="1753815046" sldId="261"/>
            <ac:spMk id="3" creationId="{47C379E2-4DCE-4E23-10F3-5AFA1EF5BAA9}"/>
          </ac:spMkLst>
        </pc:spChg>
        <pc:spChg chg="add">
          <ac:chgData name="Khalon Rodney" userId="4f27803adad79339" providerId="LiveId" clId="{A02A73CA-AD03-4032-B1B6-1CECF09FFE76}" dt="2026-09-25T03:50:17.223" v="2541" actId="26606"/>
          <ac:spMkLst>
            <pc:docMk/>
            <pc:sldMk cId="1753815046" sldId="261"/>
            <ac:spMk id="9" creationId="{2659FDB4-FCBE-4A89-B46D-43D4FA54464D}"/>
          </ac:spMkLst>
        </pc:spChg>
        <pc:graphicFrameChg chg="add mod modGraphic">
          <ac:chgData name="Khalon Rodney" userId="4f27803adad79339" providerId="LiveId" clId="{A02A73CA-AD03-4032-B1B6-1CECF09FFE76}" dt="2026-09-25T03:52:26.109" v="2610" actId="14100"/>
          <ac:graphicFrameMkLst>
            <pc:docMk/>
            <pc:sldMk cId="1753815046" sldId="261"/>
            <ac:graphicFrameMk id="5" creationId="{E2DDD1A2-9CBE-5ECD-961B-3CA896C162F1}"/>
          </ac:graphicFrameMkLst>
        </pc:graphicFrameChg>
        <pc:cxnChg chg="add">
          <ac:chgData name="Khalon Rodney" userId="4f27803adad79339" providerId="LiveId" clId="{A02A73CA-AD03-4032-B1B6-1CECF09FFE76}" dt="2026-09-25T03:50:17.223" v="2541" actId="26606"/>
          <ac:cxnSpMkLst>
            <pc:docMk/>
            <pc:sldMk cId="1753815046" sldId="261"/>
            <ac:cxnSpMk id="11" creationId="{C8F51B3F-8331-4E4A-AE96-D47B1006EEAD}"/>
          </ac:cxnSpMkLst>
        </pc:cxnChg>
      </pc:sldChg>
      <pc:sldChg chg="modSp new mod ord">
        <pc:chgData name="Khalon Rodney" userId="4f27803adad79339" providerId="LiveId" clId="{A02A73CA-AD03-4032-B1B6-1CECF09FFE76}" dt="2026-09-25T03:33:36.517" v="1795"/>
        <pc:sldMkLst>
          <pc:docMk/>
          <pc:sldMk cId="3748404451" sldId="262"/>
        </pc:sldMkLst>
        <pc:spChg chg="mod">
          <ac:chgData name="Khalon Rodney" userId="4f27803adad79339" providerId="LiveId" clId="{A02A73CA-AD03-4032-B1B6-1CECF09FFE76}" dt="2026-09-23T23:50:02.028" v="456" actId="20577"/>
          <ac:spMkLst>
            <pc:docMk/>
            <pc:sldMk cId="3748404451" sldId="262"/>
            <ac:spMk id="2" creationId="{EDFAB18E-E7C6-CA4D-EEBC-D22C3019EFAA}"/>
          </ac:spMkLst>
        </pc:spChg>
      </pc:sldChg>
      <pc:sldChg chg="addSp modSp new mod setBg">
        <pc:chgData name="Khalon Rodney" userId="4f27803adad79339" providerId="LiveId" clId="{A02A73CA-AD03-4032-B1B6-1CECF09FFE76}" dt="2026-09-25T18:31:01.448" v="5610" actId="20577"/>
        <pc:sldMkLst>
          <pc:docMk/>
          <pc:sldMk cId="3677145116" sldId="263"/>
        </pc:sldMkLst>
        <pc:spChg chg="mod">
          <ac:chgData name="Khalon Rodney" userId="4f27803adad79339" providerId="LiveId" clId="{A02A73CA-AD03-4032-B1B6-1CECF09FFE76}" dt="2026-09-25T18:31:01.448" v="5610" actId="20577"/>
          <ac:spMkLst>
            <pc:docMk/>
            <pc:sldMk cId="3677145116" sldId="263"/>
            <ac:spMk id="2" creationId="{43B43777-9D13-FBFB-16EF-ECDD1C6B59BC}"/>
          </ac:spMkLst>
        </pc:spChg>
        <pc:spChg chg="add">
          <ac:chgData name="Khalon Rodney" userId="4f27803adad79339" providerId="LiveId" clId="{A02A73CA-AD03-4032-B1B6-1CECF09FFE76}" dt="2026-09-25T03:45:39.884" v="2146" actId="26606"/>
          <ac:spMkLst>
            <pc:docMk/>
            <pc:sldMk cId="3677145116" sldId="263"/>
            <ac:spMk id="7" creationId="{934F1179-B481-4F9E-BCA3-AFB972070F83}"/>
          </ac:spMkLst>
        </pc:spChg>
        <pc:spChg chg="add">
          <ac:chgData name="Khalon Rodney" userId="4f27803adad79339" providerId="LiveId" clId="{A02A73CA-AD03-4032-B1B6-1CECF09FFE76}" dt="2026-09-25T03:45:39.884" v="2146" actId="26606"/>
          <ac:spMkLst>
            <pc:docMk/>
            <pc:sldMk cId="3677145116" sldId="263"/>
            <ac:spMk id="9" creationId="{827DC2C4-B485-428A-BF4A-472D2967F47F}"/>
          </ac:spMkLst>
        </pc:spChg>
        <pc:spChg chg="add">
          <ac:chgData name="Khalon Rodney" userId="4f27803adad79339" providerId="LiveId" clId="{A02A73CA-AD03-4032-B1B6-1CECF09FFE76}" dt="2026-09-25T03:45:39.884" v="2146" actId="26606"/>
          <ac:spMkLst>
            <pc:docMk/>
            <pc:sldMk cId="3677145116" sldId="263"/>
            <ac:spMk id="11" creationId="{EE04B5EB-F158-4507-90DD-BD23620C7CC9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3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D72754-CF17-489E-9375-810139A39485}" type="doc">
      <dgm:prSet loTypeId="urn:microsoft.com/office/officeart/2005/8/layout/hList1" loCatId="list" qsTypeId="urn:microsoft.com/office/officeart/2005/8/quickstyle/simple1#49" qsCatId="simple" csTypeId="urn:microsoft.com/office/officeart/2005/8/colors/accent6_2#3" csCatId="accent6" phldr="1"/>
      <dgm:spPr/>
      <dgm:t>
        <a:bodyPr/>
        <a:lstStyle/>
        <a:p>
          <a:endParaRPr lang="en-US"/>
        </a:p>
      </dgm:t>
    </dgm:pt>
    <dgm:pt modelId="{B01AC459-4C29-4A1C-B5BC-BE60B00BFF16}">
      <dgm:prSet/>
      <dgm:spPr/>
      <dgm:t>
        <a:bodyPr/>
        <a:lstStyle/>
        <a:p>
          <a:r>
            <a:rPr lang="en-US"/>
            <a:t>Customer Menu</a:t>
          </a:r>
        </a:p>
      </dgm:t>
    </dgm:pt>
    <dgm:pt modelId="{6DA48AF0-A371-4D3D-B22B-8CF3A376379C}" type="parTrans" cxnId="{9B1B85D3-4D5A-4035-AF03-8E59E6A7B26D}">
      <dgm:prSet/>
      <dgm:spPr/>
      <dgm:t>
        <a:bodyPr/>
        <a:lstStyle/>
        <a:p>
          <a:endParaRPr lang="en-US"/>
        </a:p>
      </dgm:t>
    </dgm:pt>
    <dgm:pt modelId="{DE433695-95D6-40AD-87F4-1BC4C9560C3E}" type="sibTrans" cxnId="{9B1B85D3-4D5A-4035-AF03-8E59E6A7B26D}">
      <dgm:prSet/>
      <dgm:spPr/>
      <dgm:t>
        <a:bodyPr/>
        <a:lstStyle/>
        <a:p>
          <a:endParaRPr lang="en-US"/>
        </a:p>
      </dgm:t>
    </dgm:pt>
    <dgm:pt modelId="{69C48321-DF9C-4086-8E6B-6432958C4B54}">
      <dgm:prSet/>
      <dgm:spPr/>
      <dgm:t>
        <a:bodyPr/>
        <a:lstStyle/>
        <a:p>
          <a:r>
            <a:rPr lang="en-US" dirty="0"/>
            <a:t>Check Account Details</a:t>
          </a:r>
        </a:p>
      </dgm:t>
    </dgm:pt>
    <dgm:pt modelId="{03634C47-CDEF-4E14-93F3-F2A442717CE9}" type="parTrans" cxnId="{BF9E4DAE-24E9-4D28-B5F7-A8ED73030D64}">
      <dgm:prSet/>
      <dgm:spPr/>
      <dgm:t>
        <a:bodyPr/>
        <a:lstStyle/>
        <a:p>
          <a:endParaRPr lang="en-US"/>
        </a:p>
      </dgm:t>
    </dgm:pt>
    <dgm:pt modelId="{79EB5071-6516-4AE7-BB3E-288AB7720B20}" type="sibTrans" cxnId="{BF9E4DAE-24E9-4D28-B5F7-A8ED73030D64}">
      <dgm:prSet/>
      <dgm:spPr/>
      <dgm:t>
        <a:bodyPr/>
        <a:lstStyle/>
        <a:p>
          <a:endParaRPr lang="en-US"/>
        </a:p>
      </dgm:t>
    </dgm:pt>
    <dgm:pt modelId="{56199BD0-06DA-4731-9B05-E5713B31DCA3}">
      <dgm:prSet/>
      <dgm:spPr/>
      <dgm:t>
        <a:bodyPr/>
        <a:lstStyle/>
        <a:p>
          <a:r>
            <a:rPr lang="en-US"/>
            <a:t>Withdraw</a:t>
          </a:r>
        </a:p>
      </dgm:t>
    </dgm:pt>
    <dgm:pt modelId="{1A0958B7-C0FB-4D73-8AD5-87D123C0017B}" type="parTrans" cxnId="{6EF1EFC0-4935-490D-9244-B54B51A72AFB}">
      <dgm:prSet/>
      <dgm:spPr/>
      <dgm:t>
        <a:bodyPr/>
        <a:lstStyle/>
        <a:p>
          <a:endParaRPr lang="en-US"/>
        </a:p>
      </dgm:t>
    </dgm:pt>
    <dgm:pt modelId="{72B5F29C-13AC-4E76-B8AF-BC416B77327C}" type="sibTrans" cxnId="{6EF1EFC0-4935-490D-9244-B54B51A72AFB}">
      <dgm:prSet/>
      <dgm:spPr/>
      <dgm:t>
        <a:bodyPr/>
        <a:lstStyle/>
        <a:p>
          <a:endParaRPr lang="en-US"/>
        </a:p>
      </dgm:t>
    </dgm:pt>
    <dgm:pt modelId="{3F18C4B1-106F-4B55-AD67-89F6FD05F202}">
      <dgm:prSet/>
      <dgm:spPr/>
      <dgm:t>
        <a:bodyPr/>
        <a:lstStyle/>
        <a:p>
          <a:r>
            <a:rPr lang="en-US" dirty="0"/>
            <a:t>Deposit</a:t>
          </a:r>
        </a:p>
      </dgm:t>
    </dgm:pt>
    <dgm:pt modelId="{444B0AAD-94AD-4E6F-940D-33466755337B}" type="parTrans" cxnId="{E37B9709-1B08-41B1-93C1-78305DE127A6}">
      <dgm:prSet/>
      <dgm:spPr/>
      <dgm:t>
        <a:bodyPr/>
        <a:lstStyle/>
        <a:p>
          <a:endParaRPr lang="en-US"/>
        </a:p>
      </dgm:t>
    </dgm:pt>
    <dgm:pt modelId="{E8D8DAA5-BB39-4790-AF9A-D6733D29DC34}" type="sibTrans" cxnId="{E37B9709-1B08-41B1-93C1-78305DE127A6}">
      <dgm:prSet/>
      <dgm:spPr/>
      <dgm:t>
        <a:bodyPr/>
        <a:lstStyle/>
        <a:p>
          <a:endParaRPr lang="en-US"/>
        </a:p>
      </dgm:t>
    </dgm:pt>
    <dgm:pt modelId="{1889B0FF-D561-4F73-812A-FC93B9735E58}">
      <dgm:prSet/>
      <dgm:spPr/>
      <dgm:t>
        <a:bodyPr/>
        <a:lstStyle/>
        <a:p>
          <a:r>
            <a:rPr lang="en-US" dirty="0"/>
            <a:t>Transfer</a:t>
          </a:r>
        </a:p>
      </dgm:t>
    </dgm:pt>
    <dgm:pt modelId="{621EAB8A-44AA-4DC6-944F-D6922B29BB3C}" type="parTrans" cxnId="{9754AB17-3022-4F08-B303-6713F2A7D488}">
      <dgm:prSet/>
      <dgm:spPr/>
      <dgm:t>
        <a:bodyPr/>
        <a:lstStyle/>
        <a:p>
          <a:endParaRPr lang="en-US"/>
        </a:p>
      </dgm:t>
    </dgm:pt>
    <dgm:pt modelId="{AA34D2D6-EF1B-4749-A612-B87890ED5433}" type="sibTrans" cxnId="{9754AB17-3022-4F08-B303-6713F2A7D488}">
      <dgm:prSet/>
      <dgm:spPr/>
      <dgm:t>
        <a:bodyPr/>
        <a:lstStyle/>
        <a:p>
          <a:endParaRPr lang="en-US"/>
        </a:p>
      </dgm:t>
    </dgm:pt>
    <dgm:pt modelId="{B2D4D20C-0622-40F1-8196-93AE6164BDBC}">
      <dgm:prSet/>
      <dgm:spPr/>
      <dgm:t>
        <a:bodyPr/>
        <a:lstStyle/>
        <a:p>
          <a:r>
            <a:rPr lang="en-US" dirty="0"/>
            <a:t>View Last 5 Transactions</a:t>
          </a:r>
        </a:p>
      </dgm:t>
    </dgm:pt>
    <dgm:pt modelId="{960C20B6-9222-4846-9D3A-F07523416AD9}" type="parTrans" cxnId="{FDC8D59C-B1C8-4AC2-9538-44017DA382F4}">
      <dgm:prSet/>
      <dgm:spPr/>
      <dgm:t>
        <a:bodyPr/>
        <a:lstStyle/>
        <a:p>
          <a:endParaRPr lang="en-US"/>
        </a:p>
      </dgm:t>
    </dgm:pt>
    <dgm:pt modelId="{10A04816-6D70-4373-B4D4-C9385E4DD593}" type="sibTrans" cxnId="{FDC8D59C-B1C8-4AC2-9538-44017DA382F4}">
      <dgm:prSet/>
      <dgm:spPr/>
      <dgm:t>
        <a:bodyPr/>
        <a:lstStyle/>
        <a:p>
          <a:endParaRPr lang="en-US"/>
        </a:p>
      </dgm:t>
    </dgm:pt>
    <dgm:pt modelId="{1957E15B-7F28-40A0-A728-0C6D2F05414B}">
      <dgm:prSet/>
      <dgm:spPr/>
      <dgm:t>
        <a:bodyPr/>
        <a:lstStyle/>
        <a:p>
          <a:r>
            <a:rPr lang="en-US"/>
            <a:t>Request Checkbook</a:t>
          </a:r>
        </a:p>
      </dgm:t>
    </dgm:pt>
    <dgm:pt modelId="{CD9B38BF-26EA-4826-9441-1D2D9339CD46}" type="parTrans" cxnId="{1793C400-3D55-489E-B2A9-959CD717A550}">
      <dgm:prSet/>
      <dgm:spPr/>
      <dgm:t>
        <a:bodyPr/>
        <a:lstStyle/>
        <a:p>
          <a:endParaRPr lang="en-US"/>
        </a:p>
      </dgm:t>
    </dgm:pt>
    <dgm:pt modelId="{EEAC1593-B1E0-4475-A0F0-CB12EDC49AA2}" type="sibTrans" cxnId="{1793C400-3D55-489E-B2A9-959CD717A550}">
      <dgm:prSet/>
      <dgm:spPr/>
      <dgm:t>
        <a:bodyPr/>
        <a:lstStyle/>
        <a:p>
          <a:endParaRPr lang="en-US"/>
        </a:p>
      </dgm:t>
    </dgm:pt>
    <dgm:pt modelId="{7BF27928-E482-4DF8-B9E1-9FDED0F8C475}">
      <dgm:prSet/>
      <dgm:spPr/>
      <dgm:t>
        <a:bodyPr/>
        <a:lstStyle/>
        <a:p>
          <a:r>
            <a:rPr lang="en-US"/>
            <a:t>Change Password</a:t>
          </a:r>
        </a:p>
      </dgm:t>
    </dgm:pt>
    <dgm:pt modelId="{BB7AFDE8-0DF1-4898-A63C-E9FB7296586C}" type="parTrans" cxnId="{0679A1EC-BB66-49C8-B13E-C28041F3E79E}">
      <dgm:prSet/>
      <dgm:spPr/>
      <dgm:t>
        <a:bodyPr/>
        <a:lstStyle/>
        <a:p>
          <a:endParaRPr lang="en-US"/>
        </a:p>
      </dgm:t>
    </dgm:pt>
    <dgm:pt modelId="{1CBF4B3D-37B5-4FB3-911B-A5F9318B7621}" type="sibTrans" cxnId="{0679A1EC-BB66-49C8-B13E-C28041F3E79E}">
      <dgm:prSet/>
      <dgm:spPr/>
      <dgm:t>
        <a:bodyPr/>
        <a:lstStyle/>
        <a:p>
          <a:endParaRPr lang="en-US"/>
        </a:p>
      </dgm:t>
    </dgm:pt>
    <dgm:pt modelId="{AEE1DED8-6C3F-44DD-A2C8-BA6BF6F534DE}">
      <dgm:prSet/>
      <dgm:spPr/>
      <dgm:t>
        <a:bodyPr/>
        <a:lstStyle/>
        <a:p>
          <a:r>
            <a:rPr lang="en-US"/>
            <a:t>Admin Menu</a:t>
          </a:r>
        </a:p>
      </dgm:t>
    </dgm:pt>
    <dgm:pt modelId="{5F9EE6CE-28D1-44BC-8E22-38545547CBEB}" type="parTrans" cxnId="{77E50A38-87F7-450F-9F12-0190648712C4}">
      <dgm:prSet/>
      <dgm:spPr/>
      <dgm:t>
        <a:bodyPr/>
        <a:lstStyle/>
        <a:p>
          <a:endParaRPr lang="en-US"/>
        </a:p>
      </dgm:t>
    </dgm:pt>
    <dgm:pt modelId="{235857F3-5FDB-4F81-B03B-4471FDB56213}" type="sibTrans" cxnId="{77E50A38-87F7-450F-9F12-0190648712C4}">
      <dgm:prSet/>
      <dgm:spPr/>
      <dgm:t>
        <a:bodyPr/>
        <a:lstStyle/>
        <a:p>
          <a:endParaRPr lang="en-US"/>
        </a:p>
      </dgm:t>
    </dgm:pt>
    <dgm:pt modelId="{85BDFBA8-6E01-4AD7-BA2F-2D5B0CB74EF5}">
      <dgm:prSet/>
      <dgm:spPr/>
      <dgm:t>
        <a:bodyPr/>
        <a:lstStyle/>
        <a:p>
          <a:r>
            <a:rPr lang="en-US"/>
            <a:t>Create New Account</a:t>
          </a:r>
        </a:p>
      </dgm:t>
    </dgm:pt>
    <dgm:pt modelId="{FD33E134-B355-44A1-9633-4608EA4B0F55}" type="parTrans" cxnId="{C06D4B98-0330-4A50-AF1F-460B2B9F3D21}">
      <dgm:prSet/>
      <dgm:spPr/>
      <dgm:t>
        <a:bodyPr/>
        <a:lstStyle/>
        <a:p>
          <a:endParaRPr lang="en-US"/>
        </a:p>
      </dgm:t>
    </dgm:pt>
    <dgm:pt modelId="{88C0EBE8-3224-4491-A4AE-F8B5B7822317}" type="sibTrans" cxnId="{C06D4B98-0330-4A50-AF1F-460B2B9F3D21}">
      <dgm:prSet/>
      <dgm:spPr/>
      <dgm:t>
        <a:bodyPr/>
        <a:lstStyle/>
        <a:p>
          <a:endParaRPr lang="en-US"/>
        </a:p>
      </dgm:t>
    </dgm:pt>
    <dgm:pt modelId="{30721040-B6C7-4296-ABA4-995AFF7D9322}">
      <dgm:prSet/>
      <dgm:spPr/>
      <dgm:t>
        <a:bodyPr/>
        <a:lstStyle/>
        <a:p>
          <a:r>
            <a:rPr lang="en-US"/>
            <a:t>Delete Account</a:t>
          </a:r>
        </a:p>
      </dgm:t>
    </dgm:pt>
    <dgm:pt modelId="{77481B40-70AA-4C0C-8C08-4B54CD19D1F8}" type="parTrans" cxnId="{A7331C4A-9E1A-4313-9363-2A49DAD76C63}">
      <dgm:prSet/>
      <dgm:spPr/>
      <dgm:t>
        <a:bodyPr/>
        <a:lstStyle/>
        <a:p>
          <a:endParaRPr lang="en-US"/>
        </a:p>
      </dgm:t>
    </dgm:pt>
    <dgm:pt modelId="{81BC0555-392D-441C-BA1E-1846452A1609}" type="sibTrans" cxnId="{A7331C4A-9E1A-4313-9363-2A49DAD76C63}">
      <dgm:prSet/>
      <dgm:spPr/>
      <dgm:t>
        <a:bodyPr/>
        <a:lstStyle/>
        <a:p>
          <a:endParaRPr lang="en-US"/>
        </a:p>
      </dgm:t>
    </dgm:pt>
    <dgm:pt modelId="{9579B825-82CA-49FE-A278-A40405810F13}">
      <dgm:prSet/>
      <dgm:spPr/>
      <dgm:t>
        <a:bodyPr/>
        <a:lstStyle/>
        <a:p>
          <a:r>
            <a:rPr lang="en-US"/>
            <a:t>Edit Account Details</a:t>
          </a:r>
        </a:p>
      </dgm:t>
    </dgm:pt>
    <dgm:pt modelId="{194CADEB-4DD4-43E5-8C2B-4DF9CFA0BC8A}" type="parTrans" cxnId="{5F4A0C2A-CD7F-47E6-8BF4-395CFD47F7F4}">
      <dgm:prSet/>
      <dgm:spPr/>
      <dgm:t>
        <a:bodyPr/>
        <a:lstStyle/>
        <a:p>
          <a:endParaRPr lang="en-US"/>
        </a:p>
      </dgm:t>
    </dgm:pt>
    <dgm:pt modelId="{7ADCD08D-038A-471C-839D-C4EF70E86272}" type="sibTrans" cxnId="{5F4A0C2A-CD7F-47E6-8BF4-395CFD47F7F4}">
      <dgm:prSet/>
      <dgm:spPr/>
      <dgm:t>
        <a:bodyPr/>
        <a:lstStyle/>
        <a:p>
          <a:endParaRPr lang="en-US"/>
        </a:p>
      </dgm:t>
    </dgm:pt>
    <dgm:pt modelId="{44BCFF36-C949-4BC9-B221-4AE7B472AAC4}">
      <dgm:prSet/>
      <dgm:spPr/>
      <dgm:t>
        <a:bodyPr/>
        <a:lstStyle/>
        <a:p>
          <a:r>
            <a:rPr lang="en-US"/>
            <a:t>Display Bank Summary</a:t>
          </a:r>
        </a:p>
      </dgm:t>
    </dgm:pt>
    <dgm:pt modelId="{E8C7ABC4-C4A9-4867-B93A-A8C80154D2B8}" type="parTrans" cxnId="{2AE66605-771D-410D-AA14-9CC1E6E34C80}">
      <dgm:prSet/>
      <dgm:spPr/>
      <dgm:t>
        <a:bodyPr/>
        <a:lstStyle/>
        <a:p>
          <a:endParaRPr lang="en-US"/>
        </a:p>
      </dgm:t>
    </dgm:pt>
    <dgm:pt modelId="{F63B1FF8-AF79-4D21-B31F-460627445E9C}" type="sibTrans" cxnId="{2AE66605-771D-410D-AA14-9CC1E6E34C80}">
      <dgm:prSet/>
      <dgm:spPr/>
      <dgm:t>
        <a:bodyPr/>
        <a:lstStyle/>
        <a:p>
          <a:endParaRPr lang="en-US"/>
        </a:p>
      </dgm:t>
    </dgm:pt>
    <dgm:pt modelId="{95ABD861-380D-4A99-A832-8897F0BA4747}">
      <dgm:prSet/>
      <dgm:spPr/>
      <dgm:t>
        <a:bodyPr/>
        <a:lstStyle/>
        <a:p>
          <a:r>
            <a:rPr lang="en-US"/>
            <a:t>Reset Customer Password</a:t>
          </a:r>
        </a:p>
      </dgm:t>
    </dgm:pt>
    <dgm:pt modelId="{65E26640-4DCC-420A-8EE8-35958BB4878F}" type="parTrans" cxnId="{5F3B6098-19CB-4BC4-869E-F78B0247AC76}">
      <dgm:prSet/>
      <dgm:spPr/>
      <dgm:t>
        <a:bodyPr/>
        <a:lstStyle/>
        <a:p>
          <a:endParaRPr lang="en-US"/>
        </a:p>
      </dgm:t>
    </dgm:pt>
    <dgm:pt modelId="{5BCAD3D3-050F-46FB-900A-C7D61AEB620C}" type="sibTrans" cxnId="{5F3B6098-19CB-4BC4-869E-F78B0247AC76}">
      <dgm:prSet/>
      <dgm:spPr/>
      <dgm:t>
        <a:bodyPr/>
        <a:lstStyle/>
        <a:p>
          <a:endParaRPr lang="en-US"/>
        </a:p>
      </dgm:t>
    </dgm:pt>
    <dgm:pt modelId="{8AA981B7-9343-41A4-9245-11F5E56D8887}">
      <dgm:prSet/>
      <dgm:spPr/>
      <dgm:t>
        <a:bodyPr/>
        <a:lstStyle/>
        <a:p>
          <a:r>
            <a:rPr lang="en-US"/>
            <a:t>Approve/Deny Checkbook Request</a:t>
          </a:r>
        </a:p>
      </dgm:t>
    </dgm:pt>
    <dgm:pt modelId="{BC79DEA6-6D24-4972-9837-E545C482722C}" type="parTrans" cxnId="{69D0F01F-190E-4D06-AD80-4829E2E9A37A}">
      <dgm:prSet/>
      <dgm:spPr/>
      <dgm:t>
        <a:bodyPr/>
        <a:lstStyle/>
        <a:p>
          <a:endParaRPr lang="en-US"/>
        </a:p>
      </dgm:t>
    </dgm:pt>
    <dgm:pt modelId="{1635C3D9-D6A9-4C3C-82C0-A51DA16F5E5A}" type="sibTrans" cxnId="{69D0F01F-190E-4D06-AD80-4829E2E9A37A}">
      <dgm:prSet/>
      <dgm:spPr/>
      <dgm:t>
        <a:bodyPr/>
        <a:lstStyle/>
        <a:p>
          <a:endParaRPr lang="en-US"/>
        </a:p>
      </dgm:t>
    </dgm:pt>
    <dgm:pt modelId="{04ADF50A-AB85-4393-A6EE-8A2B00D35EF1}" type="pres">
      <dgm:prSet presAssocID="{C4D72754-CF17-489E-9375-810139A39485}" presName="Name0" presStyleCnt="0">
        <dgm:presLayoutVars>
          <dgm:dir/>
          <dgm:animLvl val="lvl"/>
          <dgm:resizeHandles val="exact"/>
        </dgm:presLayoutVars>
      </dgm:prSet>
      <dgm:spPr/>
    </dgm:pt>
    <dgm:pt modelId="{3BC75BBB-A59A-4940-9554-6365E86F9BD2}" type="pres">
      <dgm:prSet presAssocID="{B01AC459-4C29-4A1C-B5BC-BE60B00BFF16}" presName="composite" presStyleCnt="0"/>
      <dgm:spPr/>
    </dgm:pt>
    <dgm:pt modelId="{A15DA6B6-6F38-4344-893C-32402957F977}" type="pres">
      <dgm:prSet presAssocID="{B01AC459-4C29-4A1C-B5BC-BE60B00BFF1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534DFEE-A326-43B7-8553-EFF0D5AA920F}" type="pres">
      <dgm:prSet presAssocID="{B01AC459-4C29-4A1C-B5BC-BE60B00BFF16}" presName="desTx" presStyleLbl="alignAccFollowNode1" presStyleIdx="0" presStyleCnt="2">
        <dgm:presLayoutVars>
          <dgm:bulletEnabled val="1"/>
        </dgm:presLayoutVars>
      </dgm:prSet>
      <dgm:spPr/>
    </dgm:pt>
    <dgm:pt modelId="{CB10A23B-79DA-4857-854F-2BA5DC84A417}" type="pres">
      <dgm:prSet presAssocID="{DE433695-95D6-40AD-87F4-1BC4C9560C3E}" presName="space" presStyleCnt="0"/>
      <dgm:spPr/>
    </dgm:pt>
    <dgm:pt modelId="{86A6270A-71E0-4716-A3BA-5A3A3259962C}" type="pres">
      <dgm:prSet presAssocID="{AEE1DED8-6C3F-44DD-A2C8-BA6BF6F534DE}" presName="composite" presStyleCnt="0"/>
      <dgm:spPr/>
    </dgm:pt>
    <dgm:pt modelId="{BCBD56F7-C286-4846-BFAB-64FCDB5D84D4}" type="pres">
      <dgm:prSet presAssocID="{AEE1DED8-6C3F-44DD-A2C8-BA6BF6F534D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4AC44FC-7CAE-4D8D-A9D3-1B2B4E0B21A7}" type="pres">
      <dgm:prSet presAssocID="{AEE1DED8-6C3F-44DD-A2C8-BA6BF6F534D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793C400-3D55-489E-B2A9-959CD717A550}" srcId="{B01AC459-4C29-4A1C-B5BC-BE60B00BFF16}" destId="{1957E15B-7F28-40A0-A728-0C6D2F05414B}" srcOrd="5" destOrd="0" parTransId="{CD9B38BF-26EA-4826-9441-1D2D9339CD46}" sibTransId="{EEAC1593-B1E0-4475-A0F0-CB12EDC49AA2}"/>
    <dgm:cxn modelId="{2AE66605-771D-410D-AA14-9CC1E6E34C80}" srcId="{AEE1DED8-6C3F-44DD-A2C8-BA6BF6F534DE}" destId="{44BCFF36-C949-4BC9-B221-4AE7B472AAC4}" srcOrd="3" destOrd="0" parTransId="{E8C7ABC4-C4A9-4867-B93A-A8C80154D2B8}" sibTransId="{F63B1FF8-AF79-4D21-B31F-460627445E9C}"/>
    <dgm:cxn modelId="{E37B9709-1B08-41B1-93C1-78305DE127A6}" srcId="{B01AC459-4C29-4A1C-B5BC-BE60B00BFF16}" destId="{3F18C4B1-106F-4B55-AD67-89F6FD05F202}" srcOrd="2" destOrd="0" parTransId="{444B0AAD-94AD-4E6F-940D-33466755337B}" sibTransId="{E8D8DAA5-BB39-4790-AF9A-D6733D29DC34}"/>
    <dgm:cxn modelId="{20D2B911-8D29-4D1F-A29F-7BC623D8E1AA}" type="presOf" srcId="{AEE1DED8-6C3F-44DD-A2C8-BA6BF6F534DE}" destId="{BCBD56F7-C286-4846-BFAB-64FCDB5D84D4}" srcOrd="0" destOrd="0" presId="urn:microsoft.com/office/officeart/2005/8/layout/hList1"/>
    <dgm:cxn modelId="{9754AB17-3022-4F08-B303-6713F2A7D488}" srcId="{B01AC459-4C29-4A1C-B5BC-BE60B00BFF16}" destId="{1889B0FF-D561-4F73-812A-FC93B9735E58}" srcOrd="3" destOrd="0" parTransId="{621EAB8A-44AA-4DC6-944F-D6922B29BB3C}" sibTransId="{AA34D2D6-EF1B-4749-A612-B87890ED5433}"/>
    <dgm:cxn modelId="{69D0F01F-190E-4D06-AD80-4829E2E9A37A}" srcId="{AEE1DED8-6C3F-44DD-A2C8-BA6BF6F534DE}" destId="{8AA981B7-9343-41A4-9245-11F5E56D8887}" srcOrd="5" destOrd="0" parTransId="{BC79DEA6-6D24-4972-9837-E545C482722C}" sibTransId="{1635C3D9-D6A9-4C3C-82C0-A51DA16F5E5A}"/>
    <dgm:cxn modelId="{723E7D20-8BA5-4AF0-BC01-70E97628BF8D}" type="presOf" srcId="{3F18C4B1-106F-4B55-AD67-89F6FD05F202}" destId="{A534DFEE-A326-43B7-8553-EFF0D5AA920F}" srcOrd="0" destOrd="2" presId="urn:microsoft.com/office/officeart/2005/8/layout/hList1"/>
    <dgm:cxn modelId="{43AED223-991C-4C44-B145-841B0812E629}" type="presOf" srcId="{44BCFF36-C949-4BC9-B221-4AE7B472AAC4}" destId="{64AC44FC-7CAE-4D8D-A9D3-1B2B4E0B21A7}" srcOrd="0" destOrd="3" presId="urn:microsoft.com/office/officeart/2005/8/layout/hList1"/>
    <dgm:cxn modelId="{5F4A0C2A-CD7F-47E6-8BF4-395CFD47F7F4}" srcId="{AEE1DED8-6C3F-44DD-A2C8-BA6BF6F534DE}" destId="{9579B825-82CA-49FE-A278-A40405810F13}" srcOrd="2" destOrd="0" parTransId="{194CADEB-4DD4-43E5-8C2B-4DF9CFA0BC8A}" sibTransId="{7ADCD08D-038A-471C-839D-C4EF70E86272}"/>
    <dgm:cxn modelId="{77E50A38-87F7-450F-9F12-0190648712C4}" srcId="{C4D72754-CF17-489E-9375-810139A39485}" destId="{AEE1DED8-6C3F-44DD-A2C8-BA6BF6F534DE}" srcOrd="1" destOrd="0" parTransId="{5F9EE6CE-28D1-44BC-8E22-38545547CBEB}" sibTransId="{235857F3-5FDB-4F81-B03B-4471FDB56213}"/>
    <dgm:cxn modelId="{83745A5F-6788-4176-9B58-004A83221A46}" type="presOf" srcId="{56199BD0-06DA-4731-9B05-E5713B31DCA3}" destId="{A534DFEE-A326-43B7-8553-EFF0D5AA920F}" srcOrd="0" destOrd="1" presId="urn:microsoft.com/office/officeart/2005/8/layout/hList1"/>
    <dgm:cxn modelId="{4B601441-A50E-48F3-9176-DEA48197A795}" type="presOf" srcId="{30721040-B6C7-4296-ABA4-995AFF7D9322}" destId="{64AC44FC-7CAE-4D8D-A9D3-1B2B4E0B21A7}" srcOrd="0" destOrd="1" presId="urn:microsoft.com/office/officeart/2005/8/layout/hList1"/>
    <dgm:cxn modelId="{308DCE62-6631-4B85-8433-AD9DDF38E2EC}" type="presOf" srcId="{7BF27928-E482-4DF8-B9E1-9FDED0F8C475}" destId="{A534DFEE-A326-43B7-8553-EFF0D5AA920F}" srcOrd="0" destOrd="6" presId="urn:microsoft.com/office/officeart/2005/8/layout/hList1"/>
    <dgm:cxn modelId="{B54F7843-CF5C-44AE-A707-001096C59233}" type="presOf" srcId="{8AA981B7-9343-41A4-9245-11F5E56D8887}" destId="{64AC44FC-7CAE-4D8D-A9D3-1B2B4E0B21A7}" srcOrd="0" destOrd="5" presId="urn:microsoft.com/office/officeart/2005/8/layout/hList1"/>
    <dgm:cxn modelId="{A7331C4A-9E1A-4313-9363-2A49DAD76C63}" srcId="{AEE1DED8-6C3F-44DD-A2C8-BA6BF6F534DE}" destId="{30721040-B6C7-4296-ABA4-995AFF7D9322}" srcOrd="1" destOrd="0" parTransId="{77481B40-70AA-4C0C-8C08-4B54CD19D1F8}" sibTransId="{81BC0555-392D-441C-BA1E-1846452A1609}"/>
    <dgm:cxn modelId="{05B1A778-E36A-449F-AB80-0A6C89725BED}" type="presOf" srcId="{B2D4D20C-0622-40F1-8196-93AE6164BDBC}" destId="{A534DFEE-A326-43B7-8553-EFF0D5AA920F}" srcOrd="0" destOrd="4" presId="urn:microsoft.com/office/officeart/2005/8/layout/hList1"/>
    <dgm:cxn modelId="{7AE2B179-314F-42E2-9055-13523A4545CA}" type="presOf" srcId="{69C48321-DF9C-4086-8E6B-6432958C4B54}" destId="{A534DFEE-A326-43B7-8553-EFF0D5AA920F}" srcOrd="0" destOrd="0" presId="urn:microsoft.com/office/officeart/2005/8/layout/hList1"/>
    <dgm:cxn modelId="{7113F184-61E4-4B1E-B08D-53AF057BFF4D}" type="presOf" srcId="{1957E15B-7F28-40A0-A728-0C6D2F05414B}" destId="{A534DFEE-A326-43B7-8553-EFF0D5AA920F}" srcOrd="0" destOrd="5" presId="urn:microsoft.com/office/officeart/2005/8/layout/hList1"/>
    <dgm:cxn modelId="{FCCD8694-C52D-4368-BBB8-50ADB2117941}" type="presOf" srcId="{1889B0FF-D561-4F73-812A-FC93B9735E58}" destId="{A534DFEE-A326-43B7-8553-EFF0D5AA920F}" srcOrd="0" destOrd="3" presId="urn:microsoft.com/office/officeart/2005/8/layout/hList1"/>
    <dgm:cxn modelId="{95CC4E96-F66F-4A1E-A476-24A364888A99}" type="presOf" srcId="{95ABD861-380D-4A99-A832-8897F0BA4747}" destId="{64AC44FC-7CAE-4D8D-A9D3-1B2B4E0B21A7}" srcOrd="0" destOrd="4" presId="urn:microsoft.com/office/officeart/2005/8/layout/hList1"/>
    <dgm:cxn modelId="{9D290597-C36A-4D09-866A-C131AFB5CD13}" type="presOf" srcId="{9579B825-82CA-49FE-A278-A40405810F13}" destId="{64AC44FC-7CAE-4D8D-A9D3-1B2B4E0B21A7}" srcOrd="0" destOrd="2" presId="urn:microsoft.com/office/officeart/2005/8/layout/hList1"/>
    <dgm:cxn modelId="{5F3B6098-19CB-4BC4-869E-F78B0247AC76}" srcId="{AEE1DED8-6C3F-44DD-A2C8-BA6BF6F534DE}" destId="{95ABD861-380D-4A99-A832-8897F0BA4747}" srcOrd="4" destOrd="0" parTransId="{65E26640-4DCC-420A-8EE8-35958BB4878F}" sibTransId="{5BCAD3D3-050F-46FB-900A-C7D61AEB620C}"/>
    <dgm:cxn modelId="{C06D4B98-0330-4A50-AF1F-460B2B9F3D21}" srcId="{AEE1DED8-6C3F-44DD-A2C8-BA6BF6F534DE}" destId="{85BDFBA8-6E01-4AD7-BA2F-2D5B0CB74EF5}" srcOrd="0" destOrd="0" parTransId="{FD33E134-B355-44A1-9633-4608EA4B0F55}" sibTransId="{88C0EBE8-3224-4491-A4AE-F8B5B7822317}"/>
    <dgm:cxn modelId="{FDC8D59C-B1C8-4AC2-9538-44017DA382F4}" srcId="{B01AC459-4C29-4A1C-B5BC-BE60B00BFF16}" destId="{B2D4D20C-0622-40F1-8196-93AE6164BDBC}" srcOrd="4" destOrd="0" parTransId="{960C20B6-9222-4846-9D3A-F07523416AD9}" sibTransId="{10A04816-6D70-4373-B4D4-C9385E4DD593}"/>
    <dgm:cxn modelId="{BF9E4DAE-24E9-4D28-B5F7-A8ED73030D64}" srcId="{B01AC459-4C29-4A1C-B5BC-BE60B00BFF16}" destId="{69C48321-DF9C-4086-8E6B-6432958C4B54}" srcOrd="0" destOrd="0" parTransId="{03634C47-CDEF-4E14-93F3-F2A442717CE9}" sibTransId="{79EB5071-6516-4AE7-BB3E-288AB7720B20}"/>
    <dgm:cxn modelId="{6EF1EFC0-4935-490D-9244-B54B51A72AFB}" srcId="{B01AC459-4C29-4A1C-B5BC-BE60B00BFF16}" destId="{56199BD0-06DA-4731-9B05-E5713B31DCA3}" srcOrd="1" destOrd="0" parTransId="{1A0958B7-C0FB-4D73-8AD5-87D123C0017B}" sibTransId="{72B5F29C-13AC-4E76-B8AF-BC416B77327C}"/>
    <dgm:cxn modelId="{9B1B85D3-4D5A-4035-AF03-8E59E6A7B26D}" srcId="{C4D72754-CF17-489E-9375-810139A39485}" destId="{B01AC459-4C29-4A1C-B5BC-BE60B00BFF16}" srcOrd="0" destOrd="0" parTransId="{6DA48AF0-A371-4D3D-B22B-8CF3A376379C}" sibTransId="{DE433695-95D6-40AD-87F4-1BC4C9560C3E}"/>
    <dgm:cxn modelId="{1617B3DA-B498-4F27-9CE6-228E9D89425B}" type="presOf" srcId="{B01AC459-4C29-4A1C-B5BC-BE60B00BFF16}" destId="{A15DA6B6-6F38-4344-893C-32402957F977}" srcOrd="0" destOrd="0" presId="urn:microsoft.com/office/officeart/2005/8/layout/hList1"/>
    <dgm:cxn modelId="{5E0FA8DD-B724-4F03-8B34-35CA0022C9CD}" type="presOf" srcId="{C4D72754-CF17-489E-9375-810139A39485}" destId="{04ADF50A-AB85-4393-A6EE-8A2B00D35EF1}" srcOrd="0" destOrd="0" presId="urn:microsoft.com/office/officeart/2005/8/layout/hList1"/>
    <dgm:cxn modelId="{0679A1EC-BB66-49C8-B13E-C28041F3E79E}" srcId="{B01AC459-4C29-4A1C-B5BC-BE60B00BFF16}" destId="{7BF27928-E482-4DF8-B9E1-9FDED0F8C475}" srcOrd="6" destOrd="0" parTransId="{BB7AFDE8-0DF1-4898-A63C-E9FB7296586C}" sibTransId="{1CBF4B3D-37B5-4FB3-911B-A5F9318B7621}"/>
    <dgm:cxn modelId="{692EA9F1-EB94-4813-ACCC-3C6139FD2D81}" type="presOf" srcId="{85BDFBA8-6E01-4AD7-BA2F-2D5B0CB74EF5}" destId="{64AC44FC-7CAE-4D8D-A9D3-1B2B4E0B21A7}" srcOrd="0" destOrd="0" presId="urn:microsoft.com/office/officeart/2005/8/layout/hList1"/>
    <dgm:cxn modelId="{D86D1A80-4580-4DE7-AA10-947601CA0B49}" type="presParOf" srcId="{04ADF50A-AB85-4393-A6EE-8A2B00D35EF1}" destId="{3BC75BBB-A59A-4940-9554-6365E86F9BD2}" srcOrd="0" destOrd="0" presId="urn:microsoft.com/office/officeart/2005/8/layout/hList1"/>
    <dgm:cxn modelId="{D38509E1-6491-4823-BBA0-ACE1FE4AC00B}" type="presParOf" srcId="{3BC75BBB-A59A-4940-9554-6365E86F9BD2}" destId="{A15DA6B6-6F38-4344-893C-32402957F977}" srcOrd="0" destOrd="0" presId="urn:microsoft.com/office/officeart/2005/8/layout/hList1"/>
    <dgm:cxn modelId="{68C78A0D-F64A-477B-B993-ADD3AC951E00}" type="presParOf" srcId="{3BC75BBB-A59A-4940-9554-6365E86F9BD2}" destId="{A534DFEE-A326-43B7-8553-EFF0D5AA920F}" srcOrd="1" destOrd="0" presId="urn:microsoft.com/office/officeart/2005/8/layout/hList1"/>
    <dgm:cxn modelId="{5E41C50D-5977-4DD8-B3F7-A561147454FF}" type="presParOf" srcId="{04ADF50A-AB85-4393-A6EE-8A2B00D35EF1}" destId="{CB10A23B-79DA-4857-854F-2BA5DC84A417}" srcOrd="1" destOrd="0" presId="urn:microsoft.com/office/officeart/2005/8/layout/hList1"/>
    <dgm:cxn modelId="{C750FCEB-39DE-4AD8-A5AB-66F9EA6DDDE8}" type="presParOf" srcId="{04ADF50A-AB85-4393-A6EE-8A2B00D35EF1}" destId="{86A6270A-71E0-4716-A3BA-5A3A3259962C}" srcOrd="2" destOrd="0" presId="urn:microsoft.com/office/officeart/2005/8/layout/hList1"/>
    <dgm:cxn modelId="{92C042D7-13D4-4309-8971-D4EA375CB9FE}" type="presParOf" srcId="{86A6270A-71E0-4716-A3BA-5A3A3259962C}" destId="{BCBD56F7-C286-4846-BFAB-64FCDB5D84D4}" srcOrd="0" destOrd="0" presId="urn:microsoft.com/office/officeart/2005/8/layout/hList1"/>
    <dgm:cxn modelId="{57372BD4-EF63-4F9B-8587-701F4B912458}" type="presParOf" srcId="{86A6270A-71E0-4716-A3BA-5A3A3259962C}" destId="{64AC44FC-7CAE-4D8D-A9D3-1B2B4E0B21A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722B24-C85A-4B02-AFAB-F52DCF45D132}" type="doc">
      <dgm:prSet loTypeId="urn:microsoft.com/office/officeart/2018/5/layout/CenteredIconLabelDescriptionList" loCatId="icon" qsTypeId="urn:microsoft.com/office/officeart/2005/8/quickstyle/simple1#105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A0E2F89D-3005-4AE6-BC49-C81DF2D5504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/>
            <a:t>C#</a:t>
          </a:r>
        </a:p>
      </dgm:t>
    </dgm:pt>
    <dgm:pt modelId="{39FEE568-A95E-475E-8B27-FA54EA846DF2}" type="parTrans" cxnId="{82431210-6596-491E-97A5-D57400C63F64}">
      <dgm:prSet/>
      <dgm:spPr/>
      <dgm:t>
        <a:bodyPr/>
        <a:lstStyle/>
        <a:p>
          <a:endParaRPr lang="en-US"/>
        </a:p>
      </dgm:t>
    </dgm:pt>
    <dgm:pt modelId="{008D1DA0-9B1F-44FC-A06F-1B6A7F711219}" type="sibTrans" cxnId="{82431210-6596-491E-97A5-D57400C63F64}">
      <dgm:prSet/>
      <dgm:spPr/>
      <dgm:t>
        <a:bodyPr/>
        <a:lstStyle/>
        <a:p>
          <a:endParaRPr lang="en-US"/>
        </a:p>
      </dgm:t>
    </dgm:pt>
    <dgm:pt modelId="{5736F03E-ADBF-47E4-A5D4-E7477743196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Core coding language for application, built with OOP principles.</a:t>
          </a:r>
        </a:p>
      </dgm:t>
    </dgm:pt>
    <dgm:pt modelId="{1D547908-BD57-4BBE-A73A-9BE3F3EAED6A}" type="parTrans" cxnId="{E69B5403-2E77-44DD-BC8A-99734A8088F1}">
      <dgm:prSet/>
      <dgm:spPr/>
      <dgm:t>
        <a:bodyPr/>
        <a:lstStyle/>
        <a:p>
          <a:endParaRPr lang="en-US"/>
        </a:p>
      </dgm:t>
    </dgm:pt>
    <dgm:pt modelId="{19A0B50C-1C8C-4233-A14F-B2EC5DF7C0D0}" type="sibTrans" cxnId="{E69B5403-2E77-44DD-BC8A-99734A8088F1}">
      <dgm:prSet/>
      <dgm:spPr/>
      <dgm:t>
        <a:bodyPr/>
        <a:lstStyle/>
        <a:p>
          <a:endParaRPr lang="en-US"/>
        </a:p>
      </dgm:t>
    </dgm:pt>
    <dgm:pt modelId="{4C3D1CFD-D921-472C-A49D-066E873D2EEB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/>
            <a:t>SQL Server</a:t>
          </a:r>
        </a:p>
      </dgm:t>
    </dgm:pt>
    <dgm:pt modelId="{CACD4075-34E5-4FC5-8703-B1E7EC2F06B6}" type="parTrans" cxnId="{9181E760-062C-4C52-B147-9BC3627FE6C6}">
      <dgm:prSet/>
      <dgm:spPr/>
      <dgm:t>
        <a:bodyPr/>
        <a:lstStyle/>
        <a:p>
          <a:endParaRPr lang="en-US"/>
        </a:p>
      </dgm:t>
    </dgm:pt>
    <dgm:pt modelId="{5007CE52-996A-42AF-8F35-39139702D42E}" type="sibTrans" cxnId="{9181E760-062C-4C52-B147-9BC3627FE6C6}">
      <dgm:prSet/>
      <dgm:spPr/>
      <dgm:t>
        <a:bodyPr/>
        <a:lstStyle/>
        <a:p>
          <a:endParaRPr lang="en-US"/>
        </a:p>
      </dgm:t>
    </dgm:pt>
    <dgm:pt modelId="{FF057FED-0922-4AC2-8692-7F9E424567EF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/>
            <a:t>EF Core</a:t>
          </a:r>
        </a:p>
      </dgm:t>
    </dgm:pt>
    <dgm:pt modelId="{B8CFF1B2-EDB6-4632-9675-4E73831624E1}" type="parTrans" cxnId="{2F33DDC8-9ED5-4A83-8A0F-2DE5D2A823DC}">
      <dgm:prSet/>
      <dgm:spPr/>
      <dgm:t>
        <a:bodyPr/>
        <a:lstStyle/>
        <a:p>
          <a:endParaRPr lang="en-US"/>
        </a:p>
      </dgm:t>
    </dgm:pt>
    <dgm:pt modelId="{530B6310-EBB2-43C3-9FDA-AC3525F8F309}" type="sibTrans" cxnId="{2F33DDC8-9ED5-4A83-8A0F-2DE5D2A823DC}">
      <dgm:prSet/>
      <dgm:spPr/>
      <dgm:t>
        <a:bodyPr/>
        <a:lstStyle/>
        <a:p>
          <a:endParaRPr lang="en-US"/>
        </a:p>
      </dgm:t>
    </dgm:pt>
    <dgm:pt modelId="{676241E2-22F4-40E7-814E-623E799F223F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/>
            <a:t>.NET 10</a:t>
          </a:r>
        </a:p>
      </dgm:t>
    </dgm:pt>
    <dgm:pt modelId="{630F753F-99E2-4933-A004-65EEB4F170F7}" type="parTrans" cxnId="{D5A25B5C-ED4C-4759-A405-0C73BC38E987}">
      <dgm:prSet/>
      <dgm:spPr/>
      <dgm:t>
        <a:bodyPr/>
        <a:lstStyle/>
        <a:p>
          <a:endParaRPr lang="en-US"/>
        </a:p>
      </dgm:t>
    </dgm:pt>
    <dgm:pt modelId="{B2393787-49C2-45CE-B868-0AF06399EA20}" type="sibTrans" cxnId="{D5A25B5C-ED4C-4759-A405-0C73BC38E987}">
      <dgm:prSet/>
      <dgm:spPr/>
      <dgm:t>
        <a:bodyPr/>
        <a:lstStyle/>
        <a:p>
          <a:endParaRPr lang="en-US"/>
        </a:p>
      </dgm:t>
    </dgm:pt>
    <dgm:pt modelId="{B7BD08B3-FE7E-4CF9-939E-6255F75003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Database used for all data.</a:t>
          </a:r>
        </a:p>
      </dgm:t>
    </dgm:pt>
    <dgm:pt modelId="{E19B6AFB-36B4-4014-80B7-6DF4158CBBA6}" type="parTrans" cxnId="{67CFBEB9-F7C0-4BF5-8268-79C6A07566E5}">
      <dgm:prSet/>
      <dgm:spPr/>
      <dgm:t>
        <a:bodyPr/>
        <a:lstStyle/>
        <a:p>
          <a:endParaRPr lang="en-US"/>
        </a:p>
      </dgm:t>
    </dgm:pt>
    <dgm:pt modelId="{CD23296E-CBE9-40A1-AA71-8BAE9D362F62}" type="sibTrans" cxnId="{67CFBEB9-F7C0-4BF5-8268-79C6A07566E5}">
      <dgm:prSet/>
      <dgm:spPr/>
      <dgm:t>
        <a:bodyPr/>
        <a:lstStyle/>
        <a:p>
          <a:endParaRPr lang="en-US"/>
        </a:p>
      </dgm:t>
    </dgm:pt>
    <dgm:pt modelId="{6BB8030A-B63D-4D3F-997D-294BCEDC32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DB-first approach ORM scaffolding SQL Server to C#</a:t>
          </a:r>
        </a:p>
      </dgm:t>
    </dgm:pt>
    <dgm:pt modelId="{3BC00435-8E4B-4CA1-B0EB-BA7A8CE9FF8B}" type="parTrans" cxnId="{54F90092-7D58-4213-AE93-9406EEE09FAE}">
      <dgm:prSet/>
      <dgm:spPr/>
      <dgm:t>
        <a:bodyPr/>
        <a:lstStyle/>
        <a:p>
          <a:endParaRPr lang="en-US"/>
        </a:p>
      </dgm:t>
    </dgm:pt>
    <dgm:pt modelId="{476C7CA1-891E-4A2C-B05F-3DD1DA48A363}" type="sibTrans" cxnId="{54F90092-7D58-4213-AE93-9406EEE09FAE}">
      <dgm:prSet/>
      <dgm:spPr/>
      <dgm:t>
        <a:bodyPr/>
        <a:lstStyle/>
        <a:p>
          <a:endParaRPr lang="en-US"/>
        </a:p>
      </dgm:t>
    </dgm:pt>
    <dgm:pt modelId="{846BCC78-BC92-45E7-8964-C960AEBDB3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Runtime and framework for application</a:t>
          </a:r>
        </a:p>
      </dgm:t>
    </dgm:pt>
    <dgm:pt modelId="{ACA88754-3267-4703-AC64-B690A1037198}" type="parTrans" cxnId="{37BE8C38-ECF8-459F-947C-360164B6CA7C}">
      <dgm:prSet/>
      <dgm:spPr/>
      <dgm:t>
        <a:bodyPr/>
        <a:lstStyle/>
        <a:p>
          <a:endParaRPr lang="en-US"/>
        </a:p>
      </dgm:t>
    </dgm:pt>
    <dgm:pt modelId="{E9B02D16-5375-40BF-BEFB-A9F25EC819AD}" type="sibTrans" cxnId="{37BE8C38-ECF8-459F-947C-360164B6CA7C}">
      <dgm:prSet/>
      <dgm:spPr/>
      <dgm:t>
        <a:bodyPr/>
        <a:lstStyle/>
        <a:p>
          <a:endParaRPr lang="en-US"/>
        </a:p>
      </dgm:t>
    </dgm:pt>
    <dgm:pt modelId="{2BC08772-F97F-42F9-8C4F-A8FF508B803D}" type="pres">
      <dgm:prSet presAssocID="{9F722B24-C85A-4B02-AFAB-F52DCF45D132}" presName="root" presStyleCnt="0">
        <dgm:presLayoutVars>
          <dgm:dir/>
          <dgm:resizeHandles val="exact"/>
        </dgm:presLayoutVars>
      </dgm:prSet>
      <dgm:spPr/>
    </dgm:pt>
    <dgm:pt modelId="{65833BDC-F82E-4625-9061-888BC22F263E}" type="pres">
      <dgm:prSet presAssocID="{A0E2F89D-3005-4AE6-BC49-C81DF2D55049}" presName="compNode" presStyleCnt="0"/>
      <dgm:spPr/>
    </dgm:pt>
    <dgm:pt modelId="{B1E35D99-9D6E-41D9-A685-02358036C54F}" type="pres">
      <dgm:prSet presAssocID="{A0E2F89D-3005-4AE6-BC49-C81DF2D5504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67CA1B2-E8CD-49A6-B7DC-0A620B17D5D2}" type="pres">
      <dgm:prSet presAssocID="{A0E2F89D-3005-4AE6-BC49-C81DF2D55049}" presName="iconSpace" presStyleCnt="0"/>
      <dgm:spPr/>
    </dgm:pt>
    <dgm:pt modelId="{53E84642-803B-4CFC-85E8-A99FAB454CE1}" type="pres">
      <dgm:prSet presAssocID="{A0E2F89D-3005-4AE6-BC49-C81DF2D55049}" presName="parTx" presStyleLbl="revTx" presStyleIdx="0" presStyleCnt="8">
        <dgm:presLayoutVars>
          <dgm:chMax val="0"/>
          <dgm:chPref val="0"/>
        </dgm:presLayoutVars>
      </dgm:prSet>
      <dgm:spPr/>
    </dgm:pt>
    <dgm:pt modelId="{97BA84AF-6043-4494-9909-AEAAFD2F94DA}" type="pres">
      <dgm:prSet presAssocID="{A0E2F89D-3005-4AE6-BC49-C81DF2D55049}" presName="txSpace" presStyleCnt="0"/>
      <dgm:spPr/>
    </dgm:pt>
    <dgm:pt modelId="{6F927873-EF61-414D-A2DB-ACE2AAD0C1B5}" type="pres">
      <dgm:prSet presAssocID="{A0E2F89D-3005-4AE6-BC49-C81DF2D55049}" presName="desTx" presStyleLbl="revTx" presStyleIdx="1" presStyleCnt="8">
        <dgm:presLayoutVars/>
      </dgm:prSet>
      <dgm:spPr/>
    </dgm:pt>
    <dgm:pt modelId="{E808CCBD-A687-4A41-B41A-E013DDFF745B}" type="pres">
      <dgm:prSet presAssocID="{008D1DA0-9B1F-44FC-A06F-1B6A7F711219}" presName="sibTrans" presStyleCnt="0"/>
      <dgm:spPr/>
    </dgm:pt>
    <dgm:pt modelId="{97A3D2B3-E721-4D93-A501-B5FA7FFD641D}" type="pres">
      <dgm:prSet presAssocID="{4C3D1CFD-D921-472C-A49D-066E873D2EEB}" presName="compNode" presStyleCnt="0"/>
      <dgm:spPr/>
    </dgm:pt>
    <dgm:pt modelId="{719171AB-C16D-4ADD-BAB0-1F606CB06715}" type="pres">
      <dgm:prSet presAssocID="{4C3D1CFD-D921-472C-A49D-066E873D2EE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3C1981-A5D6-4570-8572-E5E9D4516337}" type="pres">
      <dgm:prSet presAssocID="{4C3D1CFD-D921-472C-A49D-066E873D2EEB}" presName="iconSpace" presStyleCnt="0"/>
      <dgm:spPr/>
    </dgm:pt>
    <dgm:pt modelId="{374CF23D-AF18-47F2-A1FF-E4DC86B830B3}" type="pres">
      <dgm:prSet presAssocID="{4C3D1CFD-D921-472C-A49D-066E873D2EEB}" presName="parTx" presStyleLbl="revTx" presStyleIdx="2" presStyleCnt="8">
        <dgm:presLayoutVars>
          <dgm:chMax val="0"/>
          <dgm:chPref val="0"/>
        </dgm:presLayoutVars>
      </dgm:prSet>
      <dgm:spPr/>
    </dgm:pt>
    <dgm:pt modelId="{3436E02D-6E3E-4B08-BF38-7DE6177D7F91}" type="pres">
      <dgm:prSet presAssocID="{4C3D1CFD-D921-472C-A49D-066E873D2EEB}" presName="txSpace" presStyleCnt="0"/>
      <dgm:spPr/>
    </dgm:pt>
    <dgm:pt modelId="{FC7A8884-CEA4-4A2B-A340-6C43CF17FE26}" type="pres">
      <dgm:prSet presAssocID="{4C3D1CFD-D921-472C-A49D-066E873D2EEB}" presName="desTx" presStyleLbl="revTx" presStyleIdx="3" presStyleCnt="8">
        <dgm:presLayoutVars/>
      </dgm:prSet>
      <dgm:spPr/>
    </dgm:pt>
    <dgm:pt modelId="{6F414247-5A34-4876-8780-A49868B42FCD}" type="pres">
      <dgm:prSet presAssocID="{5007CE52-996A-42AF-8F35-39139702D42E}" presName="sibTrans" presStyleCnt="0"/>
      <dgm:spPr/>
    </dgm:pt>
    <dgm:pt modelId="{FAC7A0D9-C335-44AC-9CE7-3D972014D663}" type="pres">
      <dgm:prSet presAssocID="{FF057FED-0922-4AC2-8692-7F9E424567EF}" presName="compNode" presStyleCnt="0"/>
      <dgm:spPr/>
    </dgm:pt>
    <dgm:pt modelId="{5EAE116B-EC8D-4001-BFF8-5DDE9D97F7F2}" type="pres">
      <dgm:prSet presAssocID="{FF057FED-0922-4AC2-8692-7F9E424567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152C18E-7F1F-47A2-BE67-98DE72E58E99}" type="pres">
      <dgm:prSet presAssocID="{FF057FED-0922-4AC2-8692-7F9E424567EF}" presName="iconSpace" presStyleCnt="0"/>
      <dgm:spPr/>
    </dgm:pt>
    <dgm:pt modelId="{0EA493A0-DEB0-45C4-8461-31A9A57F189E}" type="pres">
      <dgm:prSet presAssocID="{FF057FED-0922-4AC2-8692-7F9E424567EF}" presName="parTx" presStyleLbl="revTx" presStyleIdx="4" presStyleCnt="8">
        <dgm:presLayoutVars>
          <dgm:chMax val="0"/>
          <dgm:chPref val="0"/>
        </dgm:presLayoutVars>
      </dgm:prSet>
      <dgm:spPr/>
    </dgm:pt>
    <dgm:pt modelId="{A09B837E-6863-4134-A561-C2B11E8EC353}" type="pres">
      <dgm:prSet presAssocID="{FF057FED-0922-4AC2-8692-7F9E424567EF}" presName="txSpace" presStyleCnt="0"/>
      <dgm:spPr/>
    </dgm:pt>
    <dgm:pt modelId="{0C3D357D-34CD-4B45-9886-4498DD6C426D}" type="pres">
      <dgm:prSet presAssocID="{FF057FED-0922-4AC2-8692-7F9E424567EF}" presName="desTx" presStyleLbl="revTx" presStyleIdx="5" presStyleCnt="8">
        <dgm:presLayoutVars/>
      </dgm:prSet>
      <dgm:spPr/>
    </dgm:pt>
    <dgm:pt modelId="{916FF120-5592-46E1-8444-A53930D93803}" type="pres">
      <dgm:prSet presAssocID="{530B6310-EBB2-43C3-9FDA-AC3525F8F309}" presName="sibTrans" presStyleCnt="0"/>
      <dgm:spPr/>
    </dgm:pt>
    <dgm:pt modelId="{B4EAD0A6-8A81-49C1-A5A8-FB46BA0A773A}" type="pres">
      <dgm:prSet presAssocID="{676241E2-22F4-40E7-814E-623E799F223F}" presName="compNode" presStyleCnt="0"/>
      <dgm:spPr/>
    </dgm:pt>
    <dgm:pt modelId="{60D85119-0D64-4117-97A3-E107A087DB8F}" type="pres">
      <dgm:prSet presAssocID="{676241E2-22F4-40E7-814E-623E799F223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1FE8784-41A1-47C4-BC5A-853D6CD5D259}" type="pres">
      <dgm:prSet presAssocID="{676241E2-22F4-40E7-814E-623E799F223F}" presName="iconSpace" presStyleCnt="0"/>
      <dgm:spPr/>
    </dgm:pt>
    <dgm:pt modelId="{0285B414-DD37-4DD1-944F-41E7FB370C90}" type="pres">
      <dgm:prSet presAssocID="{676241E2-22F4-40E7-814E-623E799F223F}" presName="parTx" presStyleLbl="revTx" presStyleIdx="6" presStyleCnt="8">
        <dgm:presLayoutVars>
          <dgm:chMax val="0"/>
          <dgm:chPref val="0"/>
        </dgm:presLayoutVars>
      </dgm:prSet>
      <dgm:spPr/>
    </dgm:pt>
    <dgm:pt modelId="{4A55A5D4-195E-4D4D-8C00-09291AFE4360}" type="pres">
      <dgm:prSet presAssocID="{676241E2-22F4-40E7-814E-623E799F223F}" presName="txSpace" presStyleCnt="0"/>
      <dgm:spPr/>
    </dgm:pt>
    <dgm:pt modelId="{65171894-DBD4-408C-98A8-3BDC6A39D6C8}" type="pres">
      <dgm:prSet presAssocID="{676241E2-22F4-40E7-814E-623E799F223F}" presName="desTx" presStyleLbl="revTx" presStyleIdx="7" presStyleCnt="8">
        <dgm:presLayoutVars/>
      </dgm:prSet>
      <dgm:spPr/>
    </dgm:pt>
  </dgm:ptLst>
  <dgm:cxnLst>
    <dgm:cxn modelId="{E69B5403-2E77-44DD-BC8A-99734A8088F1}" srcId="{A0E2F89D-3005-4AE6-BC49-C81DF2D55049}" destId="{5736F03E-ADBF-47E4-A5D4-E74777431962}" srcOrd="0" destOrd="0" parTransId="{1D547908-BD57-4BBE-A73A-9BE3F3EAED6A}" sibTransId="{19A0B50C-1C8C-4233-A14F-B2EC5DF7C0D0}"/>
    <dgm:cxn modelId="{82431210-6596-491E-97A5-D57400C63F64}" srcId="{9F722B24-C85A-4B02-AFAB-F52DCF45D132}" destId="{A0E2F89D-3005-4AE6-BC49-C81DF2D55049}" srcOrd="0" destOrd="0" parTransId="{39FEE568-A95E-475E-8B27-FA54EA846DF2}" sibTransId="{008D1DA0-9B1F-44FC-A06F-1B6A7F711219}"/>
    <dgm:cxn modelId="{37BE8C38-ECF8-459F-947C-360164B6CA7C}" srcId="{676241E2-22F4-40E7-814E-623E799F223F}" destId="{846BCC78-BC92-45E7-8964-C960AEBDB3F5}" srcOrd="0" destOrd="0" parTransId="{ACA88754-3267-4703-AC64-B690A1037198}" sibTransId="{E9B02D16-5375-40BF-BEFB-A9F25EC819AD}"/>
    <dgm:cxn modelId="{D5A25B5C-ED4C-4759-A405-0C73BC38E987}" srcId="{9F722B24-C85A-4B02-AFAB-F52DCF45D132}" destId="{676241E2-22F4-40E7-814E-623E799F223F}" srcOrd="3" destOrd="0" parTransId="{630F753F-99E2-4933-A004-65EEB4F170F7}" sibTransId="{B2393787-49C2-45CE-B868-0AF06399EA20}"/>
    <dgm:cxn modelId="{9181E760-062C-4C52-B147-9BC3627FE6C6}" srcId="{9F722B24-C85A-4B02-AFAB-F52DCF45D132}" destId="{4C3D1CFD-D921-472C-A49D-066E873D2EEB}" srcOrd="1" destOrd="0" parTransId="{CACD4075-34E5-4FC5-8703-B1E7EC2F06B6}" sibTransId="{5007CE52-996A-42AF-8F35-39139702D42E}"/>
    <dgm:cxn modelId="{B98C0164-DD20-4E80-8437-D532AD58E178}" type="presOf" srcId="{6BB8030A-B63D-4D3F-997D-294BCEDC3201}" destId="{0C3D357D-34CD-4B45-9886-4498DD6C426D}" srcOrd="0" destOrd="0" presId="urn:microsoft.com/office/officeart/2018/5/layout/CenteredIconLabelDescriptionList"/>
    <dgm:cxn modelId="{54F90092-7D58-4213-AE93-9406EEE09FAE}" srcId="{FF057FED-0922-4AC2-8692-7F9E424567EF}" destId="{6BB8030A-B63D-4D3F-997D-294BCEDC3201}" srcOrd="0" destOrd="0" parTransId="{3BC00435-8E4B-4CA1-B0EB-BA7A8CE9FF8B}" sibTransId="{476C7CA1-891E-4A2C-B05F-3DD1DA48A363}"/>
    <dgm:cxn modelId="{B7135D9B-37ED-4A8E-AB92-D7C64BD5AAF4}" type="presOf" srcId="{B7BD08B3-FE7E-4CF9-939E-6255F750030D}" destId="{FC7A8884-CEA4-4A2B-A340-6C43CF17FE26}" srcOrd="0" destOrd="0" presId="urn:microsoft.com/office/officeart/2018/5/layout/CenteredIconLabelDescriptionList"/>
    <dgm:cxn modelId="{73A4D1AB-BF09-42C9-8B8E-0F1843B5F7D3}" type="presOf" srcId="{A0E2F89D-3005-4AE6-BC49-C81DF2D55049}" destId="{53E84642-803B-4CFC-85E8-A99FAB454CE1}" srcOrd="0" destOrd="0" presId="urn:microsoft.com/office/officeart/2018/5/layout/CenteredIconLabelDescriptionList"/>
    <dgm:cxn modelId="{FC9470B0-F90F-429B-8E3C-2F977CC48737}" type="presOf" srcId="{676241E2-22F4-40E7-814E-623E799F223F}" destId="{0285B414-DD37-4DD1-944F-41E7FB370C90}" srcOrd="0" destOrd="0" presId="urn:microsoft.com/office/officeart/2018/5/layout/CenteredIconLabelDescriptionList"/>
    <dgm:cxn modelId="{67CFBEB9-F7C0-4BF5-8268-79C6A07566E5}" srcId="{4C3D1CFD-D921-472C-A49D-066E873D2EEB}" destId="{B7BD08B3-FE7E-4CF9-939E-6255F750030D}" srcOrd="0" destOrd="0" parTransId="{E19B6AFB-36B4-4014-80B7-6DF4158CBBA6}" sibTransId="{CD23296E-CBE9-40A1-AA71-8BAE9D362F62}"/>
    <dgm:cxn modelId="{FBD0D7C1-35D3-4E56-B112-5F0EE64C5FDF}" type="presOf" srcId="{FF057FED-0922-4AC2-8692-7F9E424567EF}" destId="{0EA493A0-DEB0-45C4-8461-31A9A57F189E}" srcOrd="0" destOrd="0" presId="urn:microsoft.com/office/officeart/2018/5/layout/CenteredIconLabelDescriptionList"/>
    <dgm:cxn modelId="{BC1F54C5-D830-43CF-BEC2-A21BEA9D59A1}" type="presOf" srcId="{9F722B24-C85A-4B02-AFAB-F52DCF45D132}" destId="{2BC08772-F97F-42F9-8C4F-A8FF508B803D}" srcOrd="0" destOrd="0" presId="urn:microsoft.com/office/officeart/2018/5/layout/CenteredIconLabelDescriptionList"/>
    <dgm:cxn modelId="{2F33DDC8-9ED5-4A83-8A0F-2DE5D2A823DC}" srcId="{9F722B24-C85A-4B02-AFAB-F52DCF45D132}" destId="{FF057FED-0922-4AC2-8692-7F9E424567EF}" srcOrd="2" destOrd="0" parTransId="{B8CFF1B2-EDB6-4632-9675-4E73831624E1}" sibTransId="{530B6310-EBB2-43C3-9FDA-AC3525F8F309}"/>
    <dgm:cxn modelId="{25A0BECE-51CA-4248-90EF-584E34DE314C}" type="presOf" srcId="{5736F03E-ADBF-47E4-A5D4-E74777431962}" destId="{6F927873-EF61-414D-A2DB-ACE2AAD0C1B5}" srcOrd="0" destOrd="0" presId="urn:microsoft.com/office/officeart/2018/5/layout/CenteredIconLabelDescriptionList"/>
    <dgm:cxn modelId="{B750ADD9-2475-4DB4-B224-941AF5873AA9}" type="presOf" srcId="{4C3D1CFD-D921-472C-A49D-066E873D2EEB}" destId="{374CF23D-AF18-47F2-A1FF-E4DC86B830B3}" srcOrd="0" destOrd="0" presId="urn:microsoft.com/office/officeart/2018/5/layout/CenteredIconLabelDescriptionList"/>
    <dgm:cxn modelId="{281AB1FD-4FA8-470F-8045-13216EA4EB35}" type="presOf" srcId="{846BCC78-BC92-45E7-8964-C960AEBDB3F5}" destId="{65171894-DBD4-408C-98A8-3BDC6A39D6C8}" srcOrd="0" destOrd="0" presId="urn:microsoft.com/office/officeart/2018/5/layout/CenteredIconLabelDescriptionList"/>
    <dgm:cxn modelId="{A7D72BA9-49D7-4334-B3B0-042C447A7B51}" type="presParOf" srcId="{2BC08772-F97F-42F9-8C4F-A8FF508B803D}" destId="{65833BDC-F82E-4625-9061-888BC22F263E}" srcOrd="0" destOrd="0" presId="urn:microsoft.com/office/officeart/2018/5/layout/CenteredIconLabelDescriptionList"/>
    <dgm:cxn modelId="{48AFBF6D-F1C5-40AA-B813-CF2D88DF0DF4}" type="presParOf" srcId="{65833BDC-F82E-4625-9061-888BC22F263E}" destId="{B1E35D99-9D6E-41D9-A685-02358036C54F}" srcOrd="0" destOrd="0" presId="urn:microsoft.com/office/officeart/2018/5/layout/CenteredIconLabelDescriptionList"/>
    <dgm:cxn modelId="{5B4239C3-F859-4FC5-8A63-AB102320A9C1}" type="presParOf" srcId="{65833BDC-F82E-4625-9061-888BC22F263E}" destId="{F67CA1B2-E8CD-49A6-B7DC-0A620B17D5D2}" srcOrd="1" destOrd="0" presId="urn:microsoft.com/office/officeart/2018/5/layout/CenteredIconLabelDescriptionList"/>
    <dgm:cxn modelId="{29DB36A9-2810-4ED8-AA0D-3258D5B9B3BD}" type="presParOf" srcId="{65833BDC-F82E-4625-9061-888BC22F263E}" destId="{53E84642-803B-4CFC-85E8-A99FAB454CE1}" srcOrd="2" destOrd="0" presId="urn:microsoft.com/office/officeart/2018/5/layout/CenteredIconLabelDescriptionList"/>
    <dgm:cxn modelId="{8CF57466-142F-476F-BA79-EC22212FD5A0}" type="presParOf" srcId="{65833BDC-F82E-4625-9061-888BC22F263E}" destId="{97BA84AF-6043-4494-9909-AEAAFD2F94DA}" srcOrd="3" destOrd="0" presId="urn:microsoft.com/office/officeart/2018/5/layout/CenteredIconLabelDescriptionList"/>
    <dgm:cxn modelId="{B3C99571-8461-4981-B37C-962AB6C6FD5E}" type="presParOf" srcId="{65833BDC-F82E-4625-9061-888BC22F263E}" destId="{6F927873-EF61-414D-A2DB-ACE2AAD0C1B5}" srcOrd="4" destOrd="0" presId="urn:microsoft.com/office/officeart/2018/5/layout/CenteredIconLabelDescriptionList"/>
    <dgm:cxn modelId="{FFFB7696-C45A-4C22-BF16-34B22A8D1B5E}" type="presParOf" srcId="{2BC08772-F97F-42F9-8C4F-A8FF508B803D}" destId="{E808CCBD-A687-4A41-B41A-E013DDFF745B}" srcOrd="1" destOrd="0" presId="urn:microsoft.com/office/officeart/2018/5/layout/CenteredIconLabelDescriptionList"/>
    <dgm:cxn modelId="{FBB2E6BD-2F4B-4209-A2E2-1AEC082ED7A5}" type="presParOf" srcId="{2BC08772-F97F-42F9-8C4F-A8FF508B803D}" destId="{97A3D2B3-E721-4D93-A501-B5FA7FFD641D}" srcOrd="2" destOrd="0" presId="urn:microsoft.com/office/officeart/2018/5/layout/CenteredIconLabelDescriptionList"/>
    <dgm:cxn modelId="{EB82CF9F-34B4-410D-A141-BF60CF7DFCC4}" type="presParOf" srcId="{97A3D2B3-E721-4D93-A501-B5FA7FFD641D}" destId="{719171AB-C16D-4ADD-BAB0-1F606CB06715}" srcOrd="0" destOrd="0" presId="urn:microsoft.com/office/officeart/2018/5/layout/CenteredIconLabelDescriptionList"/>
    <dgm:cxn modelId="{BB9CB1D1-71A0-4A19-8AB7-C7267C853220}" type="presParOf" srcId="{97A3D2B3-E721-4D93-A501-B5FA7FFD641D}" destId="{253C1981-A5D6-4570-8572-E5E9D4516337}" srcOrd="1" destOrd="0" presId="urn:microsoft.com/office/officeart/2018/5/layout/CenteredIconLabelDescriptionList"/>
    <dgm:cxn modelId="{52AEA96B-2B58-4A40-82B5-1D131A14ABD4}" type="presParOf" srcId="{97A3D2B3-E721-4D93-A501-B5FA7FFD641D}" destId="{374CF23D-AF18-47F2-A1FF-E4DC86B830B3}" srcOrd="2" destOrd="0" presId="urn:microsoft.com/office/officeart/2018/5/layout/CenteredIconLabelDescriptionList"/>
    <dgm:cxn modelId="{79B96B49-5428-4822-BD37-7470EA5A984E}" type="presParOf" srcId="{97A3D2B3-E721-4D93-A501-B5FA7FFD641D}" destId="{3436E02D-6E3E-4B08-BF38-7DE6177D7F91}" srcOrd="3" destOrd="0" presId="urn:microsoft.com/office/officeart/2018/5/layout/CenteredIconLabelDescriptionList"/>
    <dgm:cxn modelId="{989E39ED-430B-4E47-B1D2-B7C7058C939C}" type="presParOf" srcId="{97A3D2B3-E721-4D93-A501-B5FA7FFD641D}" destId="{FC7A8884-CEA4-4A2B-A340-6C43CF17FE26}" srcOrd="4" destOrd="0" presId="urn:microsoft.com/office/officeart/2018/5/layout/CenteredIconLabelDescriptionList"/>
    <dgm:cxn modelId="{75C25B93-100D-405F-8988-BA09837B0D7C}" type="presParOf" srcId="{2BC08772-F97F-42F9-8C4F-A8FF508B803D}" destId="{6F414247-5A34-4876-8780-A49868B42FCD}" srcOrd="3" destOrd="0" presId="urn:microsoft.com/office/officeart/2018/5/layout/CenteredIconLabelDescriptionList"/>
    <dgm:cxn modelId="{AF201166-0A0E-4170-96DE-53CEC8C3FE82}" type="presParOf" srcId="{2BC08772-F97F-42F9-8C4F-A8FF508B803D}" destId="{FAC7A0D9-C335-44AC-9CE7-3D972014D663}" srcOrd="4" destOrd="0" presId="urn:microsoft.com/office/officeart/2018/5/layout/CenteredIconLabelDescriptionList"/>
    <dgm:cxn modelId="{798C0CEB-BB0B-4972-93E5-C263AF897E53}" type="presParOf" srcId="{FAC7A0D9-C335-44AC-9CE7-3D972014D663}" destId="{5EAE116B-EC8D-4001-BFF8-5DDE9D97F7F2}" srcOrd="0" destOrd="0" presId="urn:microsoft.com/office/officeart/2018/5/layout/CenteredIconLabelDescriptionList"/>
    <dgm:cxn modelId="{7FD1EF51-4CEE-4B20-B553-A11ACC62F15D}" type="presParOf" srcId="{FAC7A0D9-C335-44AC-9CE7-3D972014D663}" destId="{2152C18E-7F1F-47A2-BE67-98DE72E58E99}" srcOrd="1" destOrd="0" presId="urn:microsoft.com/office/officeart/2018/5/layout/CenteredIconLabelDescriptionList"/>
    <dgm:cxn modelId="{DFDB2108-399C-40D2-B288-DDB16D5F517D}" type="presParOf" srcId="{FAC7A0D9-C335-44AC-9CE7-3D972014D663}" destId="{0EA493A0-DEB0-45C4-8461-31A9A57F189E}" srcOrd="2" destOrd="0" presId="urn:microsoft.com/office/officeart/2018/5/layout/CenteredIconLabelDescriptionList"/>
    <dgm:cxn modelId="{285098E3-A0D9-4494-8F12-70923DF71AB4}" type="presParOf" srcId="{FAC7A0D9-C335-44AC-9CE7-3D972014D663}" destId="{A09B837E-6863-4134-A561-C2B11E8EC353}" srcOrd="3" destOrd="0" presId="urn:microsoft.com/office/officeart/2018/5/layout/CenteredIconLabelDescriptionList"/>
    <dgm:cxn modelId="{3F140D77-D314-44B2-A85E-0D4502487FF2}" type="presParOf" srcId="{FAC7A0D9-C335-44AC-9CE7-3D972014D663}" destId="{0C3D357D-34CD-4B45-9886-4498DD6C426D}" srcOrd="4" destOrd="0" presId="urn:microsoft.com/office/officeart/2018/5/layout/CenteredIconLabelDescriptionList"/>
    <dgm:cxn modelId="{92ABA153-07E4-4D46-ADA1-C3E1F4A7E549}" type="presParOf" srcId="{2BC08772-F97F-42F9-8C4F-A8FF508B803D}" destId="{916FF120-5592-46E1-8444-A53930D93803}" srcOrd="5" destOrd="0" presId="urn:microsoft.com/office/officeart/2018/5/layout/CenteredIconLabelDescriptionList"/>
    <dgm:cxn modelId="{79D9FF7A-C1B9-4129-A235-1639D208EA0E}" type="presParOf" srcId="{2BC08772-F97F-42F9-8C4F-A8FF508B803D}" destId="{B4EAD0A6-8A81-49C1-A5A8-FB46BA0A773A}" srcOrd="6" destOrd="0" presId="urn:microsoft.com/office/officeart/2018/5/layout/CenteredIconLabelDescriptionList"/>
    <dgm:cxn modelId="{3FEF1090-24CD-48A8-AE8F-B9A9C6D325CC}" type="presParOf" srcId="{B4EAD0A6-8A81-49C1-A5A8-FB46BA0A773A}" destId="{60D85119-0D64-4117-97A3-E107A087DB8F}" srcOrd="0" destOrd="0" presId="urn:microsoft.com/office/officeart/2018/5/layout/CenteredIconLabelDescriptionList"/>
    <dgm:cxn modelId="{D5969C58-B1BE-4027-A772-4F2EC06CFDB9}" type="presParOf" srcId="{B4EAD0A6-8A81-49C1-A5A8-FB46BA0A773A}" destId="{71FE8784-41A1-47C4-BC5A-853D6CD5D259}" srcOrd="1" destOrd="0" presId="urn:microsoft.com/office/officeart/2018/5/layout/CenteredIconLabelDescriptionList"/>
    <dgm:cxn modelId="{91004E8C-17D1-4BBC-ACE3-A1C34FAD86E4}" type="presParOf" srcId="{B4EAD0A6-8A81-49C1-A5A8-FB46BA0A773A}" destId="{0285B414-DD37-4DD1-944F-41E7FB370C90}" srcOrd="2" destOrd="0" presId="urn:microsoft.com/office/officeart/2018/5/layout/CenteredIconLabelDescriptionList"/>
    <dgm:cxn modelId="{B88B005A-6696-41CF-84AF-B6A82DCCE08A}" type="presParOf" srcId="{B4EAD0A6-8A81-49C1-A5A8-FB46BA0A773A}" destId="{4A55A5D4-195E-4D4D-8C00-09291AFE4360}" srcOrd="3" destOrd="0" presId="urn:microsoft.com/office/officeart/2018/5/layout/CenteredIconLabelDescriptionList"/>
    <dgm:cxn modelId="{427A0764-4243-46E2-8929-D90E684F60E6}" type="presParOf" srcId="{B4EAD0A6-8A81-49C1-A5A8-FB46BA0A773A}" destId="{65171894-DBD4-408C-98A8-3BDC6A39D6C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CC0E1A-DB19-421C-9359-DD98F12A506F}" type="doc">
      <dgm:prSet loTypeId="urn:microsoft.com/office/officeart/2018/2/layout/IconVerticalSolidList" loCatId="icon" qsTypeId="urn:microsoft.com/office/officeart/2005/8/quickstyle/simple1#67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40BF0B-6718-436F-AB7C-93A70520C4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Stronger security: Like password hashing instead of storing in plaintext</a:t>
          </a:r>
        </a:p>
      </dgm:t>
    </dgm:pt>
    <dgm:pt modelId="{833795F1-B899-4EFF-A136-DF822F1064B3}" type="parTrans" cxnId="{8F602DF6-D149-40D1-BFD7-E01D2EFD9A53}">
      <dgm:prSet/>
      <dgm:spPr/>
      <dgm:t>
        <a:bodyPr/>
        <a:lstStyle/>
        <a:p>
          <a:endParaRPr lang="en-US"/>
        </a:p>
      </dgm:t>
    </dgm:pt>
    <dgm:pt modelId="{E64C4557-C6A0-406D-90AA-8314EC32F830}" type="sibTrans" cxnId="{8F602DF6-D149-40D1-BFD7-E01D2EFD9A53}">
      <dgm:prSet/>
      <dgm:spPr/>
      <dgm:t>
        <a:bodyPr/>
        <a:lstStyle/>
        <a:p>
          <a:endParaRPr lang="en-US"/>
        </a:p>
      </dgm:t>
    </dgm:pt>
    <dgm:pt modelId="{457A57AF-0CAA-4484-946E-C45FE30902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web-based frontend UI</a:t>
          </a:r>
        </a:p>
      </dgm:t>
    </dgm:pt>
    <dgm:pt modelId="{9F78A622-CFC7-4230-BA58-50E34F908C2B}" type="parTrans" cxnId="{44FF8B8E-3864-46E9-A673-09005F49C6E6}">
      <dgm:prSet/>
      <dgm:spPr/>
      <dgm:t>
        <a:bodyPr/>
        <a:lstStyle/>
        <a:p>
          <a:endParaRPr lang="en-US"/>
        </a:p>
      </dgm:t>
    </dgm:pt>
    <dgm:pt modelId="{01D63A4D-05E0-4FDE-BDE6-FC8F2844119C}" type="sibTrans" cxnId="{44FF8B8E-3864-46E9-A673-09005F49C6E6}">
      <dgm:prSet/>
      <dgm:spPr/>
      <dgm:t>
        <a:bodyPr/>
        <a:lstStyle/>
        <a:p>
          <a:endParaRPr lang="en-US"/>
        </a:p>
      </dgm:t>
    </dgm:pt>
    <dgm:pt modelId="{817C7E9A-EF9C-4E57-B68C-5B5FF2A4D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Customer-to-customer transfer function</a:t>
          </a:r>
        </a:p>
      </dgm:t>
    </dgm:pt>
    <dgm:pt modelId="{52E187BA-FC89-4456-832A-07BFF8715DD3}" type="parTrans" cxnId="{F993582B-DB9D-47AB-A9DA-4BB4FFB85CB3}">
      <dgm:prSet/>
      <dgm:spPr/>
      <dgm:t>
        <a:bodyPr/>
        <a:lstStyle/>
        <a:p>
          <a:endParaRPr lang="en-US"/>
        </a:p>
      </dgm:t>
    </dgm:pt>
    <dgm:pt modelId="{55EA5504-5CCC-45D0-918C-59CFBE37667E}" type="sibTrans" cxnId="{F993582B-DB9D-47AB-A9DA-4BB4FFB85CB3}">
      <dgm:prSet/>
      <dgm:spPr/>
      <dgm:t>
        <a:bodyPr/>
        <a:lstStyle/>
        <a:p>
          <a:endParaRPr lang="en-US"/>
        </a:p>
      </dgm:t>
    </dgm:pt>
    <dgm:pt modelId="{43017F68-5098-4952-891F-408A01D4E5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Notification system for customers for transactions made, transfer requests, etc.</a:t>
          </a:r>
        </a:p>
      </dgm:t>
    </dgm:pt>
    <dgm:pt modelId="{86EB9542-5044-4437-98CE-60478368DCDE}" type="parTrans" cxnId="{6E9933D8-AE74-43C0-8482-6A2F12FC1E70}">
      <dgm:prSet/>
      <dgm:spPr/>
      <dgm:t>
        <a:bodyPr/>
        <a:lstStyle/>
        <a:p>
          <a:endParaRPr lang="en-US"/>
        </a:p>
      </dgm:t>
    </dgm:pt>
    <dgm:pt modelId="{B049429A-8490-4B37-9543-3CC1B7BAA1DD}" type="sibTrans" cxnId="{6E9933D8-AE74-43C0-8482-6A2F12FC1E70}">
      <dgm:prSet/>
      <dgm:spPr/>
      <dgm:t>
        <a:bodyPr/>
        <a:lstStyle/>
        <a:p>
          <a:endParaRPr lang="en-US"/>
        </a:p>
      </dgm:t>
    </dgm:pt>
    <dgm:pt modelId="{DCA031DD-4BC5-4C6B-8408-1DAA55E9584C}" type="pres">
      <dgm:prSet presAssocID="{CECC0E1A-DB19-421C-9359-DD98F12A506F}" presName="root" presStyleCnt="0">
        <dgm:presLayoutVars>
          <dgm:dir/>
          <dgm:resizeHandles val="exact"/>
        </dgm:presLayoutVars>
      </dgm:prSet>
      <dgm:spPr/>
    </dgm:pt>
    <dgm:pt modelId="{F8742081-9D30-47C7-9512-0232D103D70F}" type="pres">
      <dgm:prSet presAssocID="{C940BF0B-6718-436F-AB7C-93A70520C4C1}" presName="compNode" presStyleCnt="0"/>
      <dgm:spPr/>
    </dgm:pt>
    <dgm:pt modelId="{53C5AFC8-9F5D-4144-8C60-F6698A7F4B10}" type="pres">
      <dgm:prSet presAssocID="{C940BF0B-6718-436F-AB7C-93A70520C4C1}" presName="bgRect" presStyleLbl="bgShp" presStyleIdx="0" presStyleCnt="4"/>
      <dgm:spPr/>
    </dgm:pt>
    <dgm:pt modelId="{7FCE5DD5-40AE-4E72-ACB1-16733E003A9A}" type="pres">
      <dgm:prSet presAssocID="{C940BF0B-6718-436F-AB7C-93A70520C4C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787D7D8-D840-4551-8B8E-F36FC38356A0}" type="pres">
      <dgm:prSet presAssocID="{C940BF0B-6718-436F-AB7C-93A70520C4C1}" presName="spaceRect" presStyleCnt="0"/>
      <dgm:spPr/>
    </dgm:pt>
    <dgm:pt modelId="{6AD24E66-E36E-48C9-AF96-2CBA5BC2C0F7}" type="pres">
      <dgm:prSet presAssocID="{C940BF0B-6718-436F-AB7C-93A70520C4C1}" presName="parTx" presStyleLbl="revTx" presStyleIdx="0" presStyleCnt="4">
        <dgm:presLayoutVars>
          <dgm:chMax val="0"/>
          <dgm:chPref val="0"/>
        </dgm:presLayoutVars>
      </dgm:prSet>
      <dgm:spPr/>
    </dgm:pt>
    <dgm:pt modelId="{F1714FAC-052E-46F3-A947-F7CD691D4194}" type="pres">
      <dgm:prSet presAssocID="{E64C4557-C6A0-406D-90AA-8314EC32F830}" presName="sibTrans" presStyleCnt="0"/>
      <dgm:spPr/>
    </dgm:pt>
    <dgm:pt modelId="{53E63ECF-E845-4972-9BF8-9D23CCBBE2E1}" type="pres">
      <dgm:prSet presAssocID="{457A57AF-0CAA-4484-946E-C45FE3090204}" presName="compNode" presStyleCnt="0"/>
      <dgm:spPr/>
    </dgm:pt>
    <dgm:pt modelId="{4266EAAA-5EB6-4829-B8BB-F81EC74CFD91}" type="pres">
      <dgm:prSet presAssocID="{457A57AF-0CAA-4484-946E-C45FE3090204}" presName="bgRect" presStyleLbl="bgShp" presStyleIdx="1" presStyleCnt="4"/>
      <dgm:spPr/>
    </dgm:pt>
    <dgm:pt modelId="{D0F38B5B-5C5D-43FF-B962-148F5B71F891}" type="pres">
      <dgm:prSet presAssocID="{457A57AF-0CAA-4484-946E-C45FE309020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FBB7917-C2B7-41B4-95D5-80064D739BC5}" type="pres">
      <dgm:prSet presAssocID="{457A57AF-0CAA-4484-946E-C45FE3090204}" presName="spaceRect" presStyleCnt="0"/>
      <dgm:spPr/>
    </dgm:pt>
    <dgm:pt modelId="{D4DAB13D-5D95-45FB-B946-F137832F657D}" type="pres">
      <dgm:prSet presAssocID="{457A57AF-0CAA-4484-946E-C45FE3090204}" presName="parTx" presStyleLbl="revTx" presStyleIdx="1" presStyleCnt="4">
        <dgm:presLayoutVars>
          <dgm:chMax val="0"/>
          <dgm:chPref val="0"/>
        </dgm:presLayoutVars>
      </dgm:prSet>
      <dgm:spPr/>
    </dgm:pt>
    <dgm:pt modelId="{8FC68E6F-F867-435C-8F27-8482543019D0}" type="pres">
      <dgm:prSet presAssocID="{01D63A4D-05E0-4FDE-BDE6-FC8F2844119C}" presName="sibTrans" presStyleCnt="0"/>
      <dgm:spPr/>
    </dgm:pt>
    <dgm:pt modelId="{2E6CEF62-4CD1-40FA-948A-DEF26179E9DB}" type="pres">
      <dgm:prSet presAssocID="{817C7E9A-EF9C-4E57-B68C-5B5FF2A4D971}" presName="compNode" presStyleCnt="0"/>
      <dgm:spPr/>
    </dgm:pt>
    <dgm:pt modelId="{8791A498-2639-4F2A-BDDB-14137173A7EC}" type="pres">
      <dgm:prSet presAssocID="{817C7E9A-EF9C-4E57-B68C-5B5FF2A4D971}" presName="bgRect" presStyleLbl="bgShp" presStyleIdx="2" presStyleCnt="4"/>
      <dgm:spPr/>
    </dgm:pt>
    <dgm:pt modelId="{AC5AC3E5-E819-4725-9B02-7C1E5CB31390}" type="pres">
      <dgm:prSet presAssocID="{817C7E9A-EF9C-4E57-B68C-5B5FF2A4D97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B6D178F-919A-4623-8EC0-7BC24D501F3B}" type="pres">
      <dgm:prSet presAssocID="{817C7E9A-EF9C-4E57-B68C-5B5FF2A4D971}" presName="spaceRect" presStyleCnt="0"/>
      <dgm:spPr/>
    </dgm:pt>
    <dgm:pt modelId="{4888864C-5A66-472A-8977-285B879F60E2}" type="pres">
      <dgm:prSet presAssocID="{817C7E9A-EF9C-4E57-B68C-5B5FF2A4D971}" presName="parTx" presStyleLbl="revTx" presStyleIdx="2" presStyleCnt="4">
        <dgm:presLayoutVars>
          <dgm:chMax val="0"/>
          <dgm:chPref val="0"/>
        </dgm:presLayoutVars>
      </dgm:prSet>
      <dgm:spPr/>
    </dgm:pt>
    <dgm:pt modelId="{3AB87596-B649-4133-9DF9-66D22273C0AF}" type="pres">
      <dgm:prSet presAssocID="{55EA5504-5CCC-45D0-918C-59CFBE37667E}" presName="sibTrans" presStyleCnt="0"/>
      <dgm:spPr/>
    </dgm:pt>
    <dgm:pt modelId="{040CA0C3-05AE-470E-B485-0DE2DEFE1454}" type="pres">
      <dgm:prSet presAssocID="{43017F68-5098-4952-891F-408A01D4E55F}" presName="compNode" presStyleCnt="0"/>
      <dgm:spPr/>
    </dgm:pt>
    <dgm:pt modelId="{41E7470F-C869-4FE5-8D73-FBD7FCAF136A}" type="pres">
      <dgm:prSet presAssocID="{43017F68-5098-4952-891F-408A01D4E55F}" presName="bgRect" presStyleLbl="bgShp" presStyleIdx="3" presStyleCnt="4"/>
      <dgm:spPr/>
    </dgm:pt>
    <dgm:pt modelId="{A37E3F1A-B8DC-4BF8-874B-F310D88A7D8A}" type="pres">
      <dgm:prSet presAssocID="{43017F68-5098-4952-891F-408A01D4E55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269B9D3C-6099-4DB6-8161-E1F69F95E68B}" type="pres">
      <dgm:prSet presAssocID="{43017F68-5098-4952-891F-408A01D4E55F}" presName="spaceRect" presStyleCnt="0"/>
      <dgm:spPr/>
    </dgm:pt>
    <dgm:pt modelId="{6E774961-30E5-4F0E-B76D-076084EF2A6F}" type="pres">
      <dgm:prSet presAssocID="{43017F68-5098-4952-891F-408A01D4E55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A70E11F-4906-413A-883C-C03059303332}" type="presOf" srcId="{CECC0E1A-DB19-421C-9359-DD98F12A506F}" destId="{DCA031DD-4BC5-4C6B-8408-1DAA55E9584C}" srcOrd="0" destOrd="0" presId="urn:microsoft.com/office/officeart/2018/2/layout/IconVerticalSolidList"/>
    <dgm:cxn modelId="{F993582B-DB9D-47AB-A9DA-4BB4FFB85CB3}" srcId="{CECC0E1A-DB19-421C-9359-DD98F12A506F}" destId="{817C7E9A-EF9C-4E57-B68C-5B5FF2A4D971}" srcOrd="2" destOrd="0" parTransId="{52E187BA-FC89-4456-832A-07BFF8715DD3}" sibTransId="{55EA5504-5CCC-45D0-918C-59CFBE37667E}"/>
    <dgm:cxn modelId="{CC6C7C74-0A82-43F5-BAAD-E11366762B50}" type="presOf" srcId="{817C7E9A-EF9C-4E57-B68C-5B5FF2A4D971}" destId="{4888864C-5A66-472A-8977-285B879F60E2}" srcOrd="0" destOrd="0" presId="urn:microsoft.com/office/officeart/2018/2/layout/IconVerticalSolidList"/>
    <dgm:cxn modelId="{5E75E980-8D48-4096-8261-B36BC891A5BA}" type="presOf" srcId="{43017F68-5098-4952-891F-408A01D4E55F}" destId="{6E774961-30E5-4F0E-B76D-076084EF2A6F}" srcOrd="0" destOrd="0" presId="urn:microsoft.com/office/officeart/2018/2/layout/IconVerticalSolidList"/>
    <dgm:cxn modelId="{44FF8B8E-3864-46E9-A673-09005F49C6E6}" srcId="{CECC0E1A-DB19-421C-9359-DD98F12A506F}" destId="{457A57AF-0CAA-4484-946E-C45FE3090204}" srcOrd="1" destOrd="0" parTransId="{9F78A622-CFC7-4230-BA58-50E34F908C2B}" sibTransId="{01D63A4D-05E0-4FDE-BDE6-FC8F2844119C}"/>
    <dgm:cxn modelId="{AFF0DDBE-B0CB-4994-AAA1-37F0D537C6A5}" type="presOf" srcId="{C940BF0B-6718-436F-AB7C-93A70520C4C1}" destId="{6AD24E66-E36E-48C9-AF96-2CBA5BC2C0F7}" srcOrd="0" destOrd="0" presId="urn:microsoft.com/office/officeart/2018/2/layout/IconVerticalSolidList"/>
    <dgm:cxn modelId="{6E9933D8-AE74-43C0-8482-6A2F12FC1E70}" srcId="{CECC0E1A-DB19-421C-9359-DD98F12A506F}" destId="{43017F68-5098-4952-891F-408A01D4E55F}" srcOrd="3" destOrd="0" parTransId="{86EB9542-5044-4437-98CE-60478368DCDE}" sibTransId="{B049429A-8490-4B37-9543-3CC1B7BAA1DD}"/>
    <dgm:cxn modelId="{100E85E4-18FC-451F-B2A6-6C8DE5BA73A5}" type="presOf" srcId="{457A57AF-0CAA-4484-946E-C45FE3090204}" destId="{D4DAB13D-5D95-45FB-B946-F137832F657D}" srcOrd="0" destOrd="0" presId="urn:microsoft.com/office/officeart/2018/2/layout/IconVerticalSolidList"/>
    <dgm:cxn modelId="{8F602DF6-D149-40D1-BFD7-E01D2EFD9A53}" srcId="{CECC0E1A-DB19-421C-9359-DD98F12A506F}" destId="{C940BF0B-6718-436F-AB7C-93A70520C4C1}" srcOrd="0" destOrd="0" parTransId="{833795F1-B899-4EFF-A136-DF822F1064B3}" sibTransId="{E64C4557-C6A0-406D-90AA-8314EC32F830}"/>
    <dgm:cxn modelId="{88163C93-0D4E-4243-907B-A1F26535A54F}" type="presParOf" srcId="{DCA031DD-4BC5-4C6B-8408-1DAA55E9584C}" destId="{F8742081-9D30-47C7-9512-0232D103D70F}" srcOrd="0" destOrd="0" presId="urn:microsoft.com/office/officeart/2018/2/layout/IconVerticalSolidList"/>
    <dgm:cxn modelId="{F2980ABA-7A95-42DC-9281-E52FC4C08725}" type="presParOf" srcId="{F8742081-9D30-47C7-9512-0232D103D70F}" destId="{53C5AFC8-9F5D-4144-8C60-F6698A7F4B10}" srcOrd="0" destOrd="0" presId="urn:microsoft.com/office/officeart/2018/2/layout/IconVerticalSolidList"/>
    <dgm:cxn modelId="{92BAD1E1-C469-40D3-B02A-CF8FE19ED210}" type="presParOf" srcId="{F8742081-9D30-47C7-9512-0232D103D70F}" destId="{7FCE5DD5-40AE-4E72-ACB1-16733E003A9A}" srcOrd="1" destOrd="0" presId="urn:microsoft.com/office/officeart/2018/2/layout/IconVerticalSolidList"/>
    <dgm:cxn modelId="{859A4519-F5F7-406B-A053-81FC945B7C42}" type="presParOf" srcId="{F8742081-9D30-47C7-9512-0232D103D70F}" destId="{9787D7D8-D840-4551-8B8E-F36FC38356A0}" srcOrd="2" destOrd="0" presId="urn:microsoft.com/office/officeart/2018/2/layout/IconVerticalSolidList"/>
    <dgm:cxn modelId="{1051F282-140F-4CEB-AA1F-40A8594558FB}" type="presParOf" srcId="{F8742081-9D30-47C7-9512-0232D103D70F}" destId="{6AD24E66-E36E-48C9-AF96-2CBA5BC2C0F7}" srcOrd="3" destOrd="0" presId="urn:microsoft.com/office/officeart/2018/2/layout/IconVerticalSolidList"/>
    <dgm:cxn modelId="{D0CC9975-B98E-4CCB-8ED8-203A1199586C}" type="presParOf" srcId="{DCA031DD-4BC5-4C6B-8408-1DAA55E9584C}" destId="{F1714FAC-052E-46F3-A947-F7CD691D4194}" srcOrd="1" destOrd="0" presId="urn:microsoft.com/office/officeart/2018/2/layout/IconVerticalSolidList"/>
    <dgm:cxn modelId="{CC1C3A49-3841-4D29-91C5-36BD4A2D5073}" type="presParOf" srcId="{DCA031DD-4BC5-4C6B-8408-1DAA55E9584C}" destId="{53E63ECF-E845-4972-9BF8-9D23CCBBE2E1}" srcOrd="2" destOrd="0" presId="urn:microsoft.com/office/officeart/2018/2/layout/IconVerticalSolidList"/>
    <dgm:cxn modelId="{7A60D8AD-CFF1-4547-80E1-9FC252DFE23E}" type="presParOf" srcId="{53E63ECF-E845-4972-9BF8-9D23CCBBE2E1}" destId="{4266EAAA-5EB6-4829-B8BB-F81EC74CFD91}" srcOrd="0" destOrd="0" presId="urn:microsoft.com/office/officeart/2018/2/layout/IconVerticalSolidList"/>
    <dgm:cxn modelId="{26B396D2-E5B2-447F-9355-B12A02B00C3B}" type="presParOf" srcId="{53E63ECF-E845-4972-9BF8-9D23CCBBE2E1}" destId="{D0F38B5B-5C5D-43FF-B962-148F5B71F891}" srcOrd="1" destOrd="0" presId="urn:microsoft.com/office/officeart/2018/2/layout/IconVerticalSolidList"/>
    <dgm:cxn modelId="{78EC401E-5B8A-442E-A040-AB5BD8C9C862}" type="presParOf" srcId="{53E63ECF-E845-4972-9BF8-9D23CCBBE2E1}" destId="{CFBB7917-C2B7-41B4-95D5-80064D739BC5}" srcOrd="2" destOrd="0" presId="urn:microsoft.com/office/officeart/2018/2/layout/IconVerticalSolidList"/>
    <dgm:cxn modelId="{615A3E11-CEC8-4CA6-A0F3-39DBA3CD020A}" type="presParOf" srcId="{53E63ECF-E845-4972-9BF8-9D23CCBBE2E1}" destId="{D4DAB13D-5D95-45FB-B946-F137832F657D}" srcOrd="3" destOrd="0" presId="urn:microsoft.com/office/officeart/2018/2/layout/IconVerticalSolidList"/>
    <dgm:cxn modelId="{16B095D5-8A64-44B9-B860-340DC4D628AD}" type="presParOf" srcId="{DCA031DD-4BC5-4C6B-8408-1DAA55E9584C}" destId="{8FC68E6F-F867-435C-8F27-8482543019D0}" srcOrd="3" destOrd="0" presId="urn:microsoft.com/office/officeart/2018/2/layout/IconVerticalSolidList"/>
    <dgm:cxn modelId="{88E6B4D8-6F6A-474E-8D9B-1BD87BB67AA1}" type="presParOf" srcId="{DCA031DD-4BC5-4C6B-8408-1DAA55E9584C}" destId="{2E6CEF62-4CD1-40FA-948A-DEF26179E9DB}" srcOrd="4" destOrd="0" presId="urn:microsoft.com/office/officeart/2018/2/layout/IconVerticalSolidList"/>
    <dgm:cxn modelId="{B03D047A-F685-46E3-B4A6-087EF04CDB7E}" type="presParOf" srcId="{2E6CEF62-4CD1-40FA-948A-DEF26179E9DB}" destId="{8791A498-2639-4F2A-BDDB-14137173A7EC}" srcOrd="0" destOrd="0" presId="urn:microsoft.com/office/officeart/2018/2/layout/IconVerticalSolidList"/>
    <dgm:cxn modelId="{C7895DE9-D011-446D-B8A7-A16FC70D577C}" type="presParOf" srcId="{2E6CEF62-4CD1-40FA-948A-DEF26179E9DB}" destId="{AC5AC3E5-E819-4725-9B02-7C1E5CB31390}" srcOrd="1" destOrd="0" presId="urn:microsoft.com/office/officeart/2018/2/layout/IconVerticalSolidList"/>
    <dgm:cxn modelId="{76E32D49-C0D8-4074-BD87-C27B5A5255CC}" type="presParOf" srcId="{2E6CEF62-4CD1-40FA-948A-DEF26179E9DB}" destId="{5B6D178F-919A-4623-8EC0-7BC24D501F3B}" srcOrd="2" destOrd="0" presId="urn:microsoft.com/office/officeart/2018/2/layout/IconVerticalSolidList"/>
    <dgm:cxn modelId="{E86C2B70-0B3C-445B-8DBE-435C798A597D}" type="presParOf" srcId="{2E6CEF62-4CD1-40FA-948A-DEF26179E9DB}" destId="{4888864C-5A66-472A-8977-285B879F60E2}" srcOrd="3" destOrd="0" presId="urn:microsoft.com/office/officeart/2018/2/layout/IconVerticalSolidList"/>
    <dgm:cxn modelId="{4663FEFC-9D59-461F-BE81-4D7EDDD843CD}" type="presParOf" srcId="{DCA031DD-4BC5-4C6B-8408-1DAA55E9584C}" destId="{3AB87596-B649-4133-9DF9-66D22273C0AF}" srcOrd="5" destOrd="0" presId="urn:microsoft.com/office/officeart/2018/2/layout/IconVerticalSolidList"/>
    <dgm:cxn modelId="{4E4C680C-7E82-4449-A96F-833BA1BE3041}" type="presParOf" srcId="{DCA031DD-4BC5-4C6B-8408-1DAA55E9584C}" destId="{040CA0C3-05AE-470E-B485-0DE2DEFE1454}" srcOrd="6" destOrd="0" presId="urn:microsoft.com/office/officeart/2018/2/layout/IconVerticalSolidList"/>
    <dgm:cxn modelId="{20B971C6-5801-40F2-892E-69B357C87120}" type="presParOf" srcId="{040CA0C3-05AE-470E-B485-0DE2DEFE1454}" destId="{41E7470F-C869-4FE5-8D73-FBD7FCAF136A}" srcOrd="0" destOrd="0" presId="urn:microsoft.com/office/officeart/2018/2/layout/IconVerticalSolidList"/>
    <dgm:cxn modelId="{67D6A927-37A0-41BA-8FFC-CFF1C64FDDF5}" type="presParOf" srcId="{040CA0C3-05AE-470E-B485-0DE2DEFE1454}" destId="{A37E3F1A-B8DC-4BF8-874B-F310D88A7D8A}" srcOrd="1" destOrd="0" presId="urn:microsoft.com/office/officeart/2018/2/layout/IconVerticalSolidList"/>
    <dgm:cxn modelId="{8781C300-B7F8-470D-B30A-EA3D146E7EEA}" type="presParOf" srcId="{040CA0C3-05AE-470E-B485-0DE2DEFE1454}" destId="{269B9D3C-6099-4DB6-8161-E1F69F95E68B}" srcOrd="2" destOrd="0" presId="urn:microsoft.com/office/officeart/2018/2/layout/IconVerticalSolidList"/>
    <dgm:cxn modelId="{57A9A97F-8550-4E9B-B25C-9837513E90DB}" type="presParOf" srcId="{040CA0C3-05AE-470E-B485-0DE2DEFE1454}" destId="{6E774961-30E5-4F0E-B76D-076084EF2A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DA6B6-6F38-4344-893C-32402957F977}">
      <dsp:nvSpPr>
        <dsp:cNvPr id="0" name=""/>
        <dsp:cNvSpPr/>
      </dsp:nvSpPr>
      <dsp:spPr>
        <a:xfrm>
          <a:off x="51" y="4689"/>
          <a:ext cx="4913783" cy="8064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Customer Menu</a:t>
          </a:r>
        </a:p>
      </dsp:txBody>
      <dsp:txXfrm>
        <a:off x="51" y="4689"/>
        <a:ext cx="4913783" cy="806400"/>
      </dsp:txXfrm>
    </dsp:sp>
    <dsp:sp modelId="{A534DFEE-A326-43B7-8553-EFF0D5AA920F}">
      <dsp:nvSpPr>
        <dsp:cNvPr id="0" name=""/>
        <dsp:cNvSpPr/>
      </dsp:nvSpPr>
      <dsp:spPr>
        <a:xfrm>
          <a:off x="51" y="811089"/>
          <a:ext cx="4913783" cy="353556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Check Account Details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Withdraw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Deposit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Transfer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View Last 5 Transactions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Request Checkbook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Change Password</a:t>
          </a:r>
        </a:p>
      </dsp:txBody>
      <dsp:txXfrm>
        <a:off x="51" y="811089"/>
        <a:ext cx="4913783" cy="3535560"/>
      </dsp:txXfrm>
    </dsp:sp>
    <dsp:sp modelId="{BCBD56F7-C286-4846-BFAB-64FCDB5D84D4}">
      <dsp:nvSpPr>
        <dsp:cNvPr id="0" name=""/>
        <dsp:cNvSpPr/>
      </dsp:nvSpPr>
      <dsp:spPr>
        <a:xfrm>
          <a:off x="5601764" y="4689"/>
          <a:ext cx="4913783" cy="8064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Admin Menu</a:t>
          </a:r>
        </a:p>
      </dsp:txBody>
      <dsp:txXfrm>
        <a:off x="5601764" y="4689"/>
        <a:ext cx="4913783" cy="806400"/>
      </dsp:txXfrm>
    </dsp:sp>
    <dsp:sp modelId="{64AC44FC-7CAE-4D8D-A9D3-1B2B4E0B21A7}">
      <dsp:nvSpPr>
        <dsp:cNvPr id="0" name=""/>
        <dsp:cNvSpPr/>
      </dsp:nvSpPr>
      <dsp:spPr>
        <a:xfrm>
          <a:off x="5601764" y="811089"/>
          <a:ext cx="4913783" cy="353556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Create New Account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Delete Account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Edit Account Details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Display Bank Summary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Reset Customer Password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Approve/Deny Checkbook Request</a:t>
          </a:r>
        </a:p>
      </dsp:txBody>
      <dsp:txXfrm>
        <a:off x="5601764" y="811089"/>
        <a:ext cx="4913783" cy="3535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35D99-9D6E-41D9-A685-02358036C54F}">
      <dsp:nvSpPr>
        <dsp:cNvPr id="0" name=""/>
        <dsp:cNvSpPr/>
      </dsp:nvSpPr>
      <dsp:spPr>
        <a:xfrm>
          <a:off x="529287" y="367474"/>
          <a:ext cx="562758" cy="5627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84642-803B-4CFC-85E8-A99FAB454CE1}">
      <dsp:nvSpPr>
        <dsp:cNvPr id="0" name=""/>
        <dsp:cNvSpPr/>
      </dsp:nvSpPr>
      <dsp:spPr>
        <a:xfrm>
          <a:off x="6726" y="1024451"/>
          <a:ext cx="1607881" cy="248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C#</a:t>
          </a:r>
        </a:p>
      </dsp:txBody>
      <dsp:txXfrm>
        <a:off x="6726" y="1024451"/>
        <a:ext cx="1607881" cy="248719"/>
      </dsp:txXfrm>
    </dsp:sp>
    <dsp:sp modelId="{6F927873-EF61-414D-A2DB-ACE2AAD0C1B5}">
      <dsp:nvSpPr>
        <dsp:cNvPr id="0" name=""/>
        <dsp:cNvSpPr/>
      </dsp:nvSpPr>
      <dsp:spPr>
        <a:xfrm>
          <a:off x="6726" y="1316993"/>
          <a:ext cx="1607881" cy="1241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Core coding language for application, built with OOP principles.</a:t>
          </a:r>
        </a:p>
      </dsp:txBody>
      <dsp:txXfrm>
        <a:off x="6726" y="1316993"/>
        <a:ext cx="1607881" cy="1241612"/>
      </dsp:txXfrm>
    </dsp:sp>
    <dsp:sp modelId="{719171AB-C16D-4ADD-BAB0-1F606CB06715}">
      <dsp:nvSpPr>
        <dsp:cNvPr id="0" name=""/>
        <dsp:cNvSpPr/>
      </dsp:nvSpPr>
      <dsp:spPr>
        <a:xfrm>
          <a:off x="2418548" y="367474"/>
          <a:ext cx="562758" cy="5627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CF23D-AF18-47F2-A1FF-E4DC86B830B3}">
      <dsp:nvSpPr>
        <dsp:cNvPr id="0" name=""/>
        <dsp:cNvSpPr/>
      </dsp:nvSpPr>
      <dsp:spPr>
        <a:xfrm>
          <a:off x="1895986" y="1024451"/>
          <a:ext cx="1607881" cy="248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SQL Server</a:t>
          </a:r>
        </a:p>
      </dsp:txBody>
      <dsp:txXfrm>
        <a:off x="1895986" y="1024451"/>
        <a:ext cx="1607881" cy="248719"/>
      </dsp:txXfrm>
    </dsp:sp>
    <dsp:sp modelId="{FC7A8884-CEA4-4A2B-A340-6C43CF17FE26}">
      <dsp:nvSpPr>
        <dsp:cNvPr id="0" name=""/>
        <dsp:cNvSpPr/>
      </dsp:nvSpPr>
      <dsp:spPr>
        <a:xfrm>
          <a:off x="1895986" y="1316993"/>
          <a:ext cx="1607881" cy="1241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Database used for all data.</a:t>
          </a:r>
        </a:p>
      </dsp:txBody>
      <dsp:txXfrm>
        <a:off x="1895986" y="1316993"/>
        <a:ext cx="1607881" cy="1241612"/>
      </dsp:txXfrm>
    </dsp:sp>
    <dsp:sp modelId="{5EAE116B-EC8D-4001-BFF8-5DDE9D97F7F2}">
      <dsp:nvSpPr>
        <dsp:cNvPr id="0" name=""/>
        <dsp:cNvSpPr/>
      </dsp:nvSpPr>
      <dsp:spPr>
        <a:xfrm>
          <a:off x="4307809" y="367474"/>
          <a:ext cx="562758" cy="5627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493A0-DEB0-45C4-8461-31A9A57F189E}">
      <dsp:nvSpPr>
        <dsp:cNvPr id="0" name=""/>
        <dsp:cNvSpPr/>
      </dsp:nvSpPr>
      <dsp:spPr>
        <a:xfrm>
          <a:off x="3785247" y="1024451"/>
          <a:ext cx="1607881" cy="248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EF Core</a:t>
          </a:r>
        </a:p>
      </dsp:txBody>
      <dsp:txXfrm>
        <a:off x="3785247" y="1024451"/>
        <a:ext cx="1607881" cy="248719"/>
      </dsp:txXfrm>
    </dsp:sp>
    <dsp:sp modelId="{0C3D357D-34CD-4B45-9886-4498DD6C426D}">
      <dsp:nvSpPr>
        <dsp:cNvPr id="0" name=""/>
        <dsp:cNvSpPr/>
      </dsp:nvSpPr>
      <dsp:spPr>
        <a:xfrm>
          <a:off x="3785247" y="1316993"/>
          <a:ext cx="1607881" cy="1241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DB-first approach ORM scaffolding SQL Server to C#</a:t>
          </a:r>
        </a:p>
      </dsp:txBody>
      <dsp:txXfrm>
        <a:off x="3785247" y="1316993"/>
        <a:ext cx="1607881" cy="1241612"/>
      </dsp:txXfrm>
    </dsp:sp>
    <dsp:sp modelId="{60D85119-0D64-4117-97A3-E107A087DB8F}">
      <dsp:nvSpPr>
        <dsp:cNvPr id="0" name=""/>
        <dsp:cNvSpPr/>
      </dsp:nvSpPr>
      <dsp:spPr>
        <a:xfrm>
          <a:off x="6197069" y="367474"/>
          <a:ext cx="562758" cy="5627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5B414-DD37-4DD1-944F-41E7FB370C90}">
      <dsp:nvSpPr>
        <dsp:cNvPr id="0" name=""/>
        <dsp:cNvSpPr/>
      </dsp:nvSpPr>
      <dsp:spPr>
        <a:xfrm>
          <a:off x="5674508" y="1024451"/>
          <a:ext cx="1607881" cy="248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.NET 10</a:t>
          </a:r>
        </a:p>
      </dsp:txBody>
      <dsp:txXfrm>
        <a:off x="5674508" y="1024451"/>
        <a:ext cx="1607881" cy="248719"/>
      </dsp:txXfrm>
    </dsp:sp>
    <dsp:sp modelId="{65171894-DBD4-408C-98A8-3BDC6A39D6C8}">
      <dsp:nvSpPr>
        <dsp:cNvPr id="0" name=""/>
        <dsp:cNvSpPr/>
      </dsp:nvSpPr>
      <dsp:spPr>
        <a:xfrm>
          <a:off x="5674508" y="1316993"/>
          <a:ext cx="1607881" cy="1241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Runtime and framework for application</a:t>
          </a:r>
        </a:p>
      </dsp:txBody>
      <dsp:txXfrm>
        <a:off x="5674508" y="1316993"/>
        <a:ext cx="1607881" cy="1241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5AFC8-9F5D-4144-8C60-F6698A7F4B10}">
      <dsp:nvSpPr>
        <dsp:cNvPr id="0" name=""/>
        <dsp:cNvSpPr/>
      </dsp:nvSpPr>
      <dsp:spPr>
        <a:xfrm>
          <a:off x="0" y="2440"/>
          <a:ext cx="6245265" cy="12370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E5DD5-40AE-4E72-ACB1-16733E003A9A}">
      <dsp:nvSpPr>
        <dsp:cNvPr id="0" name=""/>
        <dsp:cNvSpPr/>
      </dsp:nvSpPr>
      <dsp:spPr>
        <a:xfrm>
          <a:off x="374200" y="280771"/>
          <a:ext cx="680364" cy="6803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24E66-E36E-48C9-AF96-2CBA5BC2C0F7}">
      <dsp:nvSpPr>
        <dsp:cNvPr id="0" name=""/>
        <dsp:cNvSpPr/>
      </dsp:nvSpPr>
      <dsp:spPr>
        <a:xfrm>
          <a:off x="1428766" y="2440"/>
          <a:ext cx="4816498" cy="123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19" tIns="130919" rIns="130919" bIns="1309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Stronger security: Like password hashing instead of storing in plaintext</a:t>
          </a:r>
        </a:p>
      </dsp:txBody>
      <dsp:txXfrm>
        <a:off x="1428766" y="2440"/>
        <a:ext cx="4816498" cy="1237026"/>
      </dsp:txXfrm>
    </dsp:sp>
    <dsp:sp modelId="{4266EAAA-5EB6-4829-B8BB-F81EC74CFD91}">
      <dsp:nvSpPr>
        <dsp:cNvPr id="0" name=""/>
        <dsp:cNvSpPr/>
      </dsp:nvSpPr>
      <dsp:spPr>
        <a:xfrm>
          <a:off x="0" y="1548724"/>
          <a:ext cx="6245265" cy="12370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38B5B-5C5D-43FF-B962-148F5B71F891}">
      <dsp:nvSpPr>
        <dsp:cNvPr id="0" name=""/>
        <dsp:cNvSpPr/>
      </dsp:nvSpPr>
      <dsp:spPr>
        <a:xfrm>
          <a:off x="374200" y="1827055"/>
          <a:ext cx="680364" cy="6803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AB13D-5D95-45FB-B946-F137832F657D}">
      <dsp:nvSpPr>
        <dsp:cNvPr id="0" name=""/>
        <dsp:cNvSpPr/>
      </dsp:nvSpPr>
      <dsp:spPr>
        <a:xfrm>
          <a:off x="1428766" y="1548724"/>
          <a:ext cx="4816498" cy="123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19" tIns="130919" rIns="130919" bIns="1309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web-based frontend UI</a:t>
          </a:r>
        </a:p>
      </dsp:txBody>
      <dsp:txXfrm>
        <a:off x="1428766" y="1548724"/>
        <a:ext cx="4816498" cy="1237026"/>
      </dsp:txXfrm>
    </dsp:sp>
    <dsp:sp modelId="{8791A498-2639-4F2A-BDDB-14137173A7EC}">
      <dsp:nvSpPr>
        <dsp:cNvPr id="0" name=""/>
        <dsp:cNvSpPr/>
      </dsp:nvSpPr>
      <dsp:spPr>
        <a:xfrm>
          <a:off x="0" y="3095007"/>
          <a:ext cx="6245265" cy="12370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AC3E5-E819-4725-9B02-7C1E5CB31390}">
      <dsp:nvSpPr>
        <dsp:cNvPr id="0" name=""/>
        <dsp:cNvSpPr/>
      </dsp:nvSpPr>
      <dsp:spPr>
        <a:xfrm>
          <a:off x="374200" y="3373338"/>
          <a:ext cx="680364" cy="6803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8864C-5A66-472A-8977-285B879F60E2}">
      <dsp:nvSpPr>
        <dsp:cNvPr id="0" name=""/>
        <dsp:cNvSpPr/>
      </dsp:nvSpPr>
      <dsp:spPr>
        <a:xfrm>
          <a:off x="1428766" y="3095007"/>
          <a:ext cx="4816498" cy="123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19" tIns="130919" rIns="130919" bIns="1309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Customer-to-customer transfer function</a:t>
          </a:r>
        </a:p>
      </dsp:txBody>
      <dsp:txXfrm>
        <a:off x="1428766" y="3095007"/>
        <a:ext cx="4816498" cy="1237026"/>
      </dsp:txXfrm>
    </dsp:sp>
    <dsp:sp modelId="{41E7470F-C869-4FE5-8D73-FBD7FCAF136A}">
      <dsp:nvSpPr>
        <dsp:cNvPr id="0" name=""/>
        <dsp:cNvSpPr/>
      </dsp:nvSpPr>
      <dsp:spPr>
        <a:xfrm>
          <a:off x="0" y="4641291"/>
          <a:ext cx="6245265" cy="12370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E3F1A-B8DC-4BF8-874B-F310D88A7D8A}">
      <dsp:nvSpPr>
        <dsp:cNvPr id="0" name=""/>
        <dsp:cNvSpPr/>
      </dsp:nvSpPr>
      <dsp:spPr>
        <a:xfrm>
          <a:off x="374200" y="4919622"/>
          <a:ext cx="680364" cy="6803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74961-30E5-4F0E-B76D-076084EF2A6F}">
      <dsp:nvSpPr>
        <dsp:cNvPr id="0" name=""/>
        <dsp:cNvSpPr/>
      </dsp:nvSpPr>
      <dsp:spPr>
        <a:xfrm>
          <a:off x="1428766" y="4641291"/>
          <a:ext cx="4816498" cy="123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919" tIns="130919" rIns="130919" bIns="1309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Notification system for customers for transactions made, transfer requests, etc.</a:t>
          </a:r>
        </a:p>
      </dsp:txBody>
      <dsp:txXfrm>
        <a:off x="1428766" y="4641291"/>
        <a:ext cx="4816498" cy="1237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0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6F2ED-A371-47F5-9EFE-D697532032C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8378F-ADD9-47CA-8155-331642CC8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8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Khalon Rodney and I have been 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Revature’s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program for 3 weeks. During that time, I’ve learned how to use .NET, C# code and OOP, SSMS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EntityFramework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Core. And today for my presentation, I will be showcasing my Project 1 banking application that was made using all the aforementioned technologies.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8378F-ADD9-47CA-8155-331642CC8D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50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C# - Loan, Savings and Checking classes inherit from Accounts. With each inheriting class overriding Withdraw and Deposit with different rules. Checking allows a $100 overdraft limit, Saving does not allow its balance to go below zero and Loan reverses Withdraw and Deposit logic. Savings and Loan also have interest rate values.</a:t>
            </a:r>
          </a:p>
          <a:p>
            <a:endParaRPr lang="en-US" dirty="0"/>
          </a:p>
          <a:p>
            <a:r>
              <a:rPr lang="en-US" dirty="0"/>
              <a:t>SQL Server – All of my project data is stored in a SQL server database.</a:t>
            </a:r>
          </a:p>
          <a:p>
            <a:endParaRPr lang="en-US" dirty="0"/>
          </a:p>
          <a:p>
            <a:r>
              <a:rPr lang="en-US" dirty="0"/>
              <a:t>EF Core – I took the database first approach and used one of .NET’s object relational mappers, </a:t>
            </a:r>
            <a:r>
              <a:rPr lang="en-US" dirty="0" err="1"/>
              <a:t>EntityFramework</a:t>
            </a:r>
            <a:r>
              <a:rPr lang="en-US" dirty="0"/>
              <a:t> Core to scaffold my database to C#.</a:t>
            </a:r>
          </a:p>
          <a:p>
            <a:endParaRPr lang="en-US" dirty="0"/>
          </a:p>
          <a:p>
            <a:r>
              <a:rPr lang="en-US" dirty="0"/>
              <a:t>.NET – Finally, my application runs completely on .NET, the runtime and framework that executes my C# code and gives me access to libraries like LINQ for querying which was used for filtering and grouping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8378F-ADD9-47CA-8155-331642CC8D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0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Stronger security: Passwords are currently stored in plaintext in the database so a future enhancement I would like to implement into this project would be to hash passwords before they’re stored in the database so it’s not stored in plaintext.</a:t>
            </a:r>
          </a:p>
          <a:p>
            <a:r>
              <a:rPr lang="en-US" dirty="0"/>
              <a:t>Web-Based Frontend – The application is currently console based so implementing a web-based frontend would make the project more accessible and appealing to users.</a:t>
            </a:r>
          </a:p>
          <a:p>
            <a:r>
              <a:rPr lang="en-US" dirty="0"/>
              <a:t>Customer-to-customer transfer: Something like Zelle, where you can request money from other people or send money to others and they could accept or decline it.</a:t>
            </a:r>
          </a:p>
          <a:p>
            <a:r>
              <a:rPr lang="en-US" dirty="0"/>
              <a:t>Notification system: A notification system that would inform customer’s of important events such as a transfer request or a checkbook request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8378F-ADD9-47CA-8155-331642CC8D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01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C8ED-B7A5-28FB-8DDC-D6AEEFC55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0E7E4-66F1-F8E6-C432-DEF6A794A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0640-6251-0ED8-18DD-0A736E6F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A5AC-C189-8D75-188A-3436C296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CF92-63BF-710C-CEAF-19F4B88A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5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FF0F-3E71-ECB8-B733-B4E49E86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2BE07-6ABC-E3DE-4D21-A6046262A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F065-2F97-83BA-1A30-D573AFAB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9F63C-3624-D2D9-B90B-D03DF183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93441-ACF0-DA4B-E066-97E900C9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8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4E7F-47FB-0AAB-4E31-54FC62FD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155CA-5212-B801-ADD3-64673123A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25335-34E5-39F1-03CC-2009D554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5E9EC-CD06-712D-66C8-70716F13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77B7D-4094-F621-F6A1-D6FA32A2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1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F45D-A458-90E8-2489-368B35BC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59856-1766-FC98-66D8-17241B2D7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5683D-1BC1-EA28-CB8E-68F91B868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859E8-EF83-52EF-98B3-147AE8DC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C92FE-64DE-7542-209B-7607F659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43F1D-6D8E-DD5E-2DA7-DCF02A0F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0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7CDA-E457-997B-A193-ADE435BE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61FAF-09D3-1544-76AD-0A4AB5C5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8B487-773A-6BD0-36A2-E0AC2CF4E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300BF-6680-E86B-573F-23940C749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746FF-5E60-564D-69C4-7BCFA1F92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7FED9-6120-F169-3E50-6AA7B522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970A4-41F9-C7DB-68A5-CCA5D03C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A27D2-F029-CF94-3EFF-EA9DCE58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8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BE97-36CE-36F9-E98F-99E2E57E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97EDF-F6D2-0980-9D59-FDAC4113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AA666-89A9-1CA8-B14B-881FE716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BC08B-7EF1-A93D-ED70-EB59DE60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8CC0B-AAE7-B87F-539A-BA5B6D5F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B6FA2-C00E-8ADD-21FB-10A79AC1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15B68-3491-DCDC-4E54-C71DC19C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93EF-9717-EA4D-F706-43EAE060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D53FC-2A42-8F39-18E9-3D62B4CF8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6C547-BCB1-B323-48AB-E343DB78A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FC479-4CAB-E612-B148-838A680E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B05F1-A8B4-FB9C-730D-D8CBB745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DE939-C7FC-5942-08B9-45F6F54C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8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9108-1920-A2F2-D942-93FC26082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239C1-0A21-51C9-2FBD-0C28BC631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00729-1A27-F9FB-E059-FF6A69F1E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104D7-57BB-B3DE-F626-496C1C2B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062FB-54FC-5BDD-1A01-19963B5B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BF6F-9F3C-C954-A23A-01FC96F0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0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5A37-65E6-617F-6196-D60747F3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F14F5-928D-CF0E-E08B-6616C8669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BB940-6938-9251-A20E-E7BF867AB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8FB05-9FFE-1305-82EB-DCB204A8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16741-9376-C3A6-68B6-EB4CA6AD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7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636910-8C8D-8170-D9CA-20A1AC668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35CC9-5B1F-AECD-DD54-72E5192CB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98599-9AC9-2797-E471-F5262C0A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7A74-7CD8-684C-E1C9-643926A7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D2147-284F-E019-C2CC-41144E4C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93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21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9EE75-5459-9A62-3F60-BB8B9554E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BFB1E-AEE2-2CCB-882E-40CB5D2AA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84F0E-3B09-36EA-CA9A-E67E18DED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4DEF5-8833-4B8D-B0EC-67BD3EB23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B458F-ED10-52F4-54AC-5AA2307E9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FAB48-6D01-2B74-9443-1F4C7954D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56ECF-A159-4DF8-B73E-DFD9E9B8D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9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R-Techno/Revature-Projects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0781B-E6B8-ECD9-66E9-0DA0096B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1- Banking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187A3-4C1C-146D-6EFE-14F5504A8E1E}"/>
              </a:ext>
            </a:extLst>
          </p:cNvPr>
          <p:cNvSpPr txBox="1"/>
          <p:nvPr/>
        </p:nvSpPr>
        <p:spPr>
          <a:xfrm>
            <a:off x="1285241" y="4582814"/>
            <a:ext cx="7132335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By: Khalon Rodney</a:t>
            </a:r>
          </a:p>
        </p:txBody>
      </p:sp>
    </p:spTree>
    <p:extLst>
      <p:ext uri="{BB962C8B-B14F-4D97-AF65-F5344CB8AC3E}">
        <p14:creationId xmlns:p14="http://schemas.microsoft.com/office/powerpoint/2010/main" val="27619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956CE63-1356-CA76-FFC1-ED6EF1E5F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8" r="4437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B8872-421E-808B-7C4D-E1701F25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854A6-D0B4-95FD-98C6-9CE8CE1E8DA7}"/>
              </a:ext>
            </a:extLst>
          </p:cNvPr>
          <p:cNvSpPr txBox="1"/>
          <p:nvPr/>
        </p:nvSpPr>
        <p:spPr>
          <a:xfrm>
            <a:off x="5410196" y="2285999"/>
            <a:ext cx="6838511" cy="457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 fully functional 3-tier architecture banking console application built using object-oriented design and a real relational database. Designed to simulate banking operations for customers and admins.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3-tier architecture: Database, Business Logic, Console UI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Full Admin and Customer workflow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3189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87CA93-7E23-69F5-4E56-243948F70A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329" r="3554" b="105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66116-E25E-23C3-344E-884EFB36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Application Features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141A8BA-A36F-834A-0249-28488059D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85628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149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3E97-979B-85DC-5558-426DA895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sp>
        <p:nvSpPr>
          <p:cNvPr id="7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10BF8-2BEB-24B5-CB51-8471A47E7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97" y="3429000"/>
            <a:ext cx="9103167" cy="3345413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55F926A-368B-252F-646A-EB5F0EE19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2774750"/>
              </p:ext>
            </p:extLst>
          </p:nvPr>
        </p:nvGraphicFramePr>
        <p:xfrm>
          <a:off x="4462271" y="502918"/>
          <a:ext cx="7289116" cy="2926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752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B18E-E7C6-CA4D-EEBC-D22C3019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351705" cy="926674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4840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9E4E6-D47C-7FCA-91D4-2A741E91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Enhancements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2DDD1A2-9CBE-5ECD-961B-3CA896C162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120039"/>
              </p:ext>
            </p:extLst>
          </p:nvPr>
        </p:nvGraphicFramePr>
        <p:xfrm>
          <a:off x="5108535" y="779388"/>
          <a:ext cx="6245265" cy="5880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381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43777-9D13-FBFB-16EF-ECDD1C6B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 </a:t>
            </a:r>
            <a:r>
              <a:rPr lang="en-US" sz="5000" dirty="0">
                <a:sym typeface="Wingdings" panose="05000000000000000000" pitchFamily="2" charset="2"/>
              </a:rPr>
              <a:t> </a:t>
            </a: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  <a:b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Github</a:t>
            </a:r>
            <a:r>
              <a:rPr lang="en-US" sz="5000" dirty="0"/>
              <a:t> Link: </a:t>
            </a:r>
            <a:r>
              <a:rPr lang="en-US" sz="5000" dirty="0">
                <a:hlinkClick r:id="rId2"/>
              </a:rPr>
              <a:t>https://github.com/KR-Techno/Revature-Projects</a:t>
            </a:r>
            <a:br>
              <a:rPr lang="en-US" sz="5000" dirty="0"/>
            </a:b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714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1548</TotalTime>
  <Words>522</Words>
  <Application>Microsoft Office PowerPoint</Application>
  <PresentationFormat>Widescreen</PresentationFormat>
  <Paragraphs>55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Project 1- Banking Application</vt:lpstr>
      <vt:lpstr>Project Overview</vt:lpstr>
      <vt:lpstr>Application Features</vt:lpstr>
      <vt:lpstr>Technology Stack</vt:lpstr>
      <vt:lpstr>Demo</vt:lpstr>
      <vt:lpstr>Future Enhancements</vt:lpstr>
      <vt:lpstr> Thank You!  Questions?  Github Link: https://github.com/KR-Techno/Revature-Projects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Khalon Rodney</dc:creator>
  <cp:lastModifiedBy>Khalon Rodney</cp:lastModifiedBy>
  <cp:revision>2</cp:revision>
  <dcterms:created xsi:type="dcterms:W3CDTF">2026-09-23T02:34:31Z</dcterms:created>
  <dcterms:modified xsi:type="dcterms:W3CDTF">2026-09-25T20:16:53Z</dcterms:modified>
</cp:coreProperties>
</file>